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>
        <p:scale>
          <a:sx n="125" d="100"/>
          <a:sy n="125" d="100"/>
        </p:scale>
        <p:origin x="90" y="-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597815E-41B6-4B62-A783-160B1DE0110C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85D86C2-9E7C-4868-AF9A-EBEC4BF45D5C}">
      <dgm:prSet/>
      <dgm:spPr/>
      <dgm:t>
        <a:bodyPr/>
        <a:lstStyle/>
        <a:p>
          <a:r>
            <a:rPr lang="pl-PL"/>
            <a:t>Trudność w określeniu progu rentowności udzielanych rabatów.</a:t>
          </a:r>
          <a:endParaRPr lang="en-US"/>
        </a:p>
      </dgm:t>
    </dgm:pt>
    <dgm:pt modelId="{393A4877-98B4-485F-80B2-F730D7798D32}" type="parTrans" cxnId="{70696BC5-8C24-48A6-8E4F-748E993184F3}">
      <dgm:prSet/>
      <dgm:spPr/>
      <dgm:t>
        <a:bodyPr/>
        <a:lstStyle/>
        <a:p>
          <a:endParaRPr lang="en-US"/>
        </a:p>
      </dgm:t>
    </dgm:pt>
    <dgm:pt modelId="{FE5DB067-EFB2-403A-8EC9-8415FF15F124}" type="sibTrans" cxnId="{70696BC5-8C24-48A6-8E4F-748E993184F3}">
      <dgm:prSet/>
      <dgm:spPr/>
      <dgm:t>
        <a:bodyPr/>
        <a:lstStyle/>
        <a:p>
          <a:endParaRPr lang="en-US"/>
        </a:p>
      </dgm:t>
    </dgm:pt>
    <dgm:pt modelId="{A8ABF080-28D7-476F-B0F4-7074D883A7BD}">
      <dgm:prSet/>
      <dgm:spPr/>
      <dgm:t>
        <a:bodyPr/>
        <a:lstStyle/>
        <a:p>
          <a:r>
            <a:rPr lang="pl-PL"/>
            <a:t>Nierównomierna opłacalność działalności sklepów w zależności od ich typu i lokalizacji.</a:t>
          </a:r>
          <a:endParaRPr lang="en-US"/>
        </a:p>
      </dgm:t>
    </dgm:pt>
    <dgm:pt modelId="{3224FC40-6DBE-4C63-8DB4-8133444B134D}" type="parTrans" cxnId="{F87E63C2-A535-4D5A-8D5E-79828B494AC2}">
      <dgm:prSet/>
      <dgm:spPr/>
      <dgm:t>
        <a:bodyPr/>
        <a:lstStyle/>
        <a:p>
          <a:endParaRPr lang="en-US"/>
        </a:p>
      </dgm:t>
    </dgm:pt>
    <dgm:pt modelId="{23ED6976-0951-4727-BC44-2542638059D5}" type="sibTrans" cxnId="{F87E63C2-A535-4D5A-8D5E-79828B494AC2}">
      <dgm:prSet/>
      <dgm:spPr/>
      <dgm:t>
        <a:bodyPr/>
        <a:lstStyle/>
        <a:p>
          <a:endParaRPr lang="en-US"/>
        </a:p>
      </dgm:t>
    </dgm:pt>
    <dgm:pt modelId="{5E06D5E6-7704-430E-976E-9F650B1B8558}">
      <dgm:prSet/>
      <dgm:spPr/>
      <dgm:t>
        <a:bodyPr/>
        <a:lstStyle/>
        <a:p>
          <a:r>
            <a:rPr lang="pl-PL"/>
            <a:t>Brak wiedzy o tym, jakie produkty przyciągają nowych członków programu lojalnościowego.</a:t>
          </a:r>
          <a:endParaRPr lang="en-US"/>
        </a:p>
      </dgm:t>
    </dgm:pt>
    <dgm:pt modelId="{8D4CA865-D7C8-42CC-A80C-0ACA1035E06A}" type="parTrans" cxnId="{93033297-B589-4C37-A527-66FBBEA0F70D}">
      <dgm:prSet/>
      <dgm:spPr/>
      <dgm:t>
        <a:bodyPr/>
        <a:lstStyle/>
        <a:p>
          <a:endParaRPr lang="en-US"/>
        </a:p>
      </dgm:t>
    </dgm:pt>
    <dgm:pt modelId="{BFD34E9B-E09C-4329-8DAC-97C94B9A2DD5}" type="sibTrans" cxnId="{93033297-B589-4C37-A527-66FBBEA0F70D}">
      <dgm:prSet/>
      <dgm:spPr/>
      <dgm:t>
        <a:bodyPr/>
        <a:lstStyle/>
        <a:p>
          <a:endParaRPr lang="en-US"/>
        </a:p>
      </dgm:t>
    </dgm:pt>
    <dgm:pt modelId="{41161D4E-EE44-43FF-A350-FB05CEBF3578}">
      <dgm:prSet/>
      <dgm:spPr/>
      <dgm:t>
        <a:bodyPr/>
        <a:lstStyle/>
        <a:p>
          <a:r>
            <a:rPr lang="pl-PL"/>
            <a:t>Trudność ustalenia najbardziej dochodowej strategii sprzedaży.</a:t>
          </a:r>
          <a:endParaRPr lang="en-US"/>
        </a:p>
      </dgm:t>
    </dgm:pt>
    <dgm:pt modelId="{0629135C-46A0-4DED-B47B-1C3D3E522697}" type="parTrans" cxnId="{2600260F-8C3E-4075-96E0-A4669A703CB3}">
      <dgm:prSet/>
      <dgm:spPr/>
      <dgm:t>
        <a:bodyPr/>
        <a:lstStyle/>
        <a:p>
          <a:endParaRPr lang="en-US"/>
        </a:p>
      </dgm:t>
    </dgm:pt>
    <dgm:pt modelId="{119BBCAA-3591-4A4E-960C-430F38CDC480}" type="sibTrans" cxnId="{2600260F-8C3E-4075-96E0-A4669A703CB3}">
      <dgm:prSet/>
      <dgm:spPr/>
      <dgm:t>
        <a:bodyPr/>
        <a:lstStyle/>
        <a:p>
          <a:endParaRPr lang="en-US"/>
        </a:p>
      </dgm:t>
    </dgm:pt>
    <dgm:pt modelId="{BE9BD2A9-92C8-4508-A0D1-9611A4DB42BC}" type="pres">
      <dgm:prSet presAssocID="{D597815E-41B6-4B62-A783-160B1DE0110C}" presName="root" presStyleCnt="0">
        <dgm:presLayoutVars>
          <dgm:dir/>
          <dgm:resizeHandles val="exact"/>
        </dgm:presLayoutVars>
      </dgm:prSet>
      <dgm:spPr/>
    </dgm:pt>
    <dgm:pt modelId="{7CEBB285-3DF3-4F33-A86E-979CEBFA03D8}" type="pres">
      <dgm:prSet presAssocID="{D597815E-41B6-4B62-A783-160B1DE0110C}" presName="container" presStyleCnt="0">
        <dgm:presLayoutVars>
          <dgm:dir/>
          <dgm:resizeHandles val="exact"/>
        </dgm:presLayoutVars>
      </dgm:prSet>
      <dgm:spPr/>
    </dgm:pt>
    <dgm:pt modelId="{E1911678-201A-4EE0-83D7-93FD43F2DB5A}" type="pres">
      <dgm:prSet presAssocID="{485D86C2-9E7C-4868-AF9A-EBEC4BF45D5C}" presName="compNode" presStyleCnt="0"/>
      <dgm:spPr/>
    </dgm:pt>
    <dgm:pt modelId="{BBB09A4B-0EA6-471F-82ED-7432B43E84C8}" type="pres">
      <dgm:prSet presAssocID="{485D86C2-9E7C-4868-AF9A-EBEC4BF45D5C}" presName="iconBgRect" presStyleLbl="bgShp" presStyleIdx="0" presStyleCnt="4"/>
      <dgm:spPr/>
    </dgm:pt>
    <dgm:pt modelId="{41BD55AE-DE6C-40F8-84BC-1BC340F6A27B}" type="pres">
      <dgm:prSet presAssocID="{485D86C2-9E7C-4868-AF9A-EBEC4BF45D5C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ty"/>
        </a:ext>
      </dgm:extLst>
    </dgm:pt>
    <dgm:pt modelId="{478596E7-7692-4378-885D-FAD78A017CE0}" type="pres">
      <dgm:prSet presAssocID="{485D86C2-9E7C-4868-AF9A-EBEC4BF45D5C}" presName="spaceRect" presStyleCnt="0"/>
      <dgm:spPr/>
    </dgm:pt>
    <dgm:pt modelId="{EBE25E1C-D1EC-4651-9302-C64A9CB0675A}" type="pres">
      <dgm:prSet presAssocID="{485D86C2-9E7C-4868-AF9A-EBEC4BF45D5C}" presName="textRect" presStyleLbl="revTx" presStyleIdx="0" presStyleCnt="4">
        <dgm:presLayoutVars>
          <dgm:chMax val="1"/>
          <dgm:chPref val="1"/>
        </dgm:presLayoutVars>
      </dgm:prSet>
      <dgm:spPr/>
    </dgm:pt>
    <dgm:pt modelId="{B0A28587-3F0A-4114-BE05-7FA559F249F7}" type="pres">
      <dgm:prSet presAssocID="{FE5DB067-EFB2-403A-8EC9-8415FF15F124}" presName="sibTrans" presStyleLbl="sibTrans2D1" presStyleIdx="0" presStyleCnt="0"/>
      <dgm:spPr/>
    </dgm:pt>
    <dgm:pt modelId="{00BABBD6-4F70-42A7-B1B3-C6F31E99A33A}" type="pres">
      <dgm:prSet presAssocID="{A8ABF080-28D7-476F-B0F4-7074D883A7BD}" presName="compNode" presStyleCnt="0"/>
      <dgm:spPr/>
    </dgm:pt>
    <dgm:pt modelId="{5CABA769-B1A8-4D63-A400-DB538272AC8B}" type="pres">
      <dgm:prSet presAssocID="{A8ABF080-28D7-476F-B0F4-7074D883A7BD}" presName="iconBgRect" presStyleLbl="bgShp" presStyleIdx="1" presStyleCnt="4"/>
      <dgm:spPr/>
    </dgm:pt>
    <dgm:pt modelId="{4F41DEDC-2AED-4E29-994E-86F1DD5316CF}" type="pres">
      <dgm:prSet presAssocID="{A8ABF080-28D7-476F-B0F4-7074D883A7BD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strzeżenie"/>
        </a:ext>
      </dgm:extLst>
    </dgm:pt>
    <dgm:pt modelId="{44C7554E-4744-4128-879B-29056D8F79EF}" type="pres">
      <dgm:prSet presAssocID="{A8ABF080-28D7-476F-B0F4-7074D883A7BD}" presName="spaceRect" presStyleCnt="0"/>
      <dgm:spPr/>
    </dgm:pt>
    <dgm:pt modelId="{C61E25FE-817B-43B6-9DEC-F8CAD6EFE737}" type="pres">
      <dgm:prSet presAssocID="{A8ABF080-28D7-476F-B0F4-7074D883A7BD}" presName="textRect" presStyleLbl="revTx" presStyleIdx="1" presStyleCnt="4">
        <dgm:presLayoutVars>
          <dgm:chMax val="1"/>
          <dgm:chPref val="1"/>
        </dgm:presLayoutVars>
      </dgm:prSet>
      <dgm:spPr/>
    </dgm:pt>
    <dgm:pt modelId="{66470D8B-13BD-4A4E-9910-FA1A2AC93B40}" type="pres">
      <dgm:prSet presAssocID="{23ED6976-0951-4727-BC44-2542638059D5}" presName="sibTrans" presStyleLbl="sibTrans2D1" presStyleIdx="0" presStyleCnt="0"/>
      <dgm:spPr/>
    </dgm:pt>
    <dgm:pt modelId="{B3F25645-B8F4-4068-9CD7-C4B25156279A}" type="pres">
      <dgm:prSet presAssocID="{5E06D5E6-7704-430E-976E-9F650B1B8558}" presName="compNode" presStyleCnt="0"/>
      <dgm:spPr/>
    </dgm:pt>
    <dgm:pt modelId="{96356DCC-E06E-4A91-B617-25D7A0E609CF}" type="pres">
      <dgm:prSet presAssocID="{5E06D5E6-7704-430E-976E-9F650B1B8558}" presName="iconBgRect" presStyleLbl="bgShp" presStyleIdx="2" presStyleCnt="4"/>
      <dgm:spPr/>
    </dgm:pt>
    <dgm:pt modelId="{BBB55E54-DD44-4F3C-9B72-9F5E0B064270}" type="pres">
      <dgm:prSet presAssocID="{5E06D5E6-7704-430E-976E-9F650B1B8558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p"/>
        </a:ext>
      </dgm:extLst>
    </dgm:pt>
    <dgm:pt modelId="{BA2A89C4-8B83-4AF7-B9DE-CA0E25CC5677}" type="pres">
      <dgm:prSet presAssocID="{5E06D5E6-7704-430E-976E-9F650B1B8558}" presName="spaceRect" presStyleCnt="0"/>
      <dgm:spPr/>
    </dgm:pt>
    <dgm:pt modelId="{FE96E34A-DC40-4ECD-89E9-33A4D7021472}" type="pres">
      <dgm:prSet presAssocID="{5E06D5E6-7704-430E-976E-9F650B1B8558}" presName="textRect" presStyleLbl="revTx" presStyleIdx="2" presStyleCnt="4">
        <dgm:presLayoutVars>
          <dgm:chMax val="1"/>
          <dgm:chPref val="1"/>
        </dgm:presLayoutVars>
      </dgm:prSet>
      <dgm:spPr/>
    </dgm:pt>
    <dgm:pt modelId="{9EF4E542-FAB9-4485-8C47-73A5667D1254}" type="pres">
      <dgm:prSet presAssocID="{BFD34E9B-E09C-4329-8DAC-97C94B9A2DD5}" presName="sibTrans" presStyleLbl="sibTrans2D1" presStyleIdx="0" presStyleCnt="0"/>
      <dgm:spPr/>
    </dgm:pt>
    <dgm:pt modelId="{C5C587DE-AD19-44F8-8C4D-55F59FEB0508}" type="pres">
      <dgm:prSet presAssocID="{41161D4E-EE44-43FF-A350-FB05CEBF3578}" presName="compNode" presStyleCnt="0"/>
      <dgm:spPr/>
    </dgm:pt>
    <dgm:pt modelId="{6B096533-2E8C-4968-9479-5580D2A4BD06}" type="pres">
      <dgm:prSet presAssocID="{41161D4E-EE44-43FF-A350-FB05CEBF3578}" presName="iconBgRect" presStyleLbl="bgShp" presStyleIdx="3" presStyleCnt="4"/>
      <dgm:spPr/>
    </dgm:pt>
    <dgm:pt modelId="{DF940BBF-8845-44E6-9527-76BC8FA076CD}" type="pres">
      <dgm:prSet presAssocID="{41161D4E-EE44-43FF-A350-FB05CEBF3578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5A855AD9-FF03-48DD-9481-BE4BEBBF5011}" type="pres">
      <dgm:prSet presAssocID="{41161D4E-EE44-43FF-A350-FB05CEBF3578}" presName="spaceRect" presStyleCnt="0"/>
      <dgm:spPr/>
    </dgm:pt>
    <dgm:pt modelId="{51063BCB-01D5-4D23-9AD2-ABC939E755E5}" type="pres">
      <dgm:prSet presAssocID="{41161D4E-EE44-43FF-A350-FB05CEBF357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C902401-0711-4AD0-A912-EDE268C61493}" type="presOf" srcId="{5E06D5E6-7704-430E-976E-9F650B1B8558}" destId="{FE96E34A-DC40-4ECD-89E9-33A4D7021472}" srcOrd="0" destOrd="0" presId="urn:microsoft.com/office/officeart/2018/2/layout/IconCircleList"/>
    <dgm:cxn modelId="{2600260F-8C3E-4075-96E0-A4669A703CB3}" srcId="{D597815E-41B6-4B62-A783-160B1DE0110C}" destId="{41161D4E-EE44-43FF-A350-FB05CEBF3578}" srcOrd="3" destOrd="0" parTransId="{0629135C-46A0-4DED-B47B-1C3D3E522697}" sibTransId="{119BBCAA-3591-4A4E-960C-430F38CDC480}"/>
    <dgm:cxn modelId="{37CEA22E-AA4F-44EF-9CD0-205E506E3EEF}" type="presOf" srcId="{A8ABF080-28D7-476F-B0F4-7074D883A7BD}" destId="{C61E25FE-817B-43B6-9DEC-F8CAD6EFE737}" srcOrd="0" destOrd="0" presId="urn:microsoft.com/office/officeart/2018/2/layout/IconCircleList"/>
    <dgm:cxn modelId="{C904284E-4DDC-468D-B93C-AD94866C955E}" type="presOf" srcId="{BFD34E9B-E09C-4329-8DAC-97C94B9A2DD5}" destId="{9EF4E542-FAB9-4485-8C47-73A5667D1254}" srcOrd="0" destOrd="0" presId="urn:microsoft.com/office/officeart/2018/2/layout/IconCircleList"/>
    <dgm:cxn modelId="{F600CA71-C7A0-4A2E-A6A1-A4CFC8A4550B}" type="presOf" srcId="{41161D4E-EE44-43FF-A350-FB05CEBF3578}" destId="{51063BCB-01D5-4D23-9AD2-ABC939E755E5}" srcOrd="0" destOrd="0" presId="urn:microsoft.com/office/officeart/2018/2/layout/IconCircleList"/>
    <dgm:cxn modelId="{2DB9C259-58F9-4B12-9B03-A299EDD5708F}" type="presOf" srcId="{FE5DB067-EFB2-403A-8EC9-8415FF15F124}" destId="{B0A28587-3F0A-4114-BE05-7FA559F249F7}" srcOrd="0" destOrd="0" presId="urn:microsoft.com/office/officeart/2018/2/layout/IconCircleList"/>
    <dgm:cxn modelId="{707A9B80-67CD-4587-B832-C0AF3C8B4359}" type="presOf" srcId="{23ED6976-0951-4727-BC44-2542638059D5}" destId="{66470D8B-13BD-4A4E-9910-FA1A2AC93B40}" srcOrd="0" destOrd="0" presId="urn:microsoft.com/office/officeart/2018/2/layout/IconCircleList"/>
    <dgm:cxn modelId="{0815F687-F898-416C-AA05-4DFEF80A6F3B}" type="presOf" srcId="{485D86C2-9E7C-4868-AF9A-EBEC4BF45D5C}" destId="{EBE25E1C-D1EC-4651-9302-C64A9CB0675A}" srcOrd="0" destOrd="0" presId="urn:microsoft.com/office/officeart/2018/2/layout/IconCircleList"/>
    <dgm:cxn modelId="{93033297-B589-4C37-A527-66FBBEA0F70D}" srcId="{D597815E-41B6-4B62-A783-160B1DE0110C}" destId="{5E06D5E6-7704-430E-976E-9F650B1B8558}" srcOrd="2" destOrd="0" parTransId="{8D4CA865-D7C8-42CC-A80C-0ACA1035E06A}" sibTransId="{BFD34E9B-E09C-4329-8DAC-97C94B9A2DD5}"/>
    <dgm:cxn modelId="{F87E63C2-A535-4D5A-8D5E-79828B494AC2}" srcId="{D597815E-41B6-4B62-A783-160B1DE0110C}" destId="{A8ABF080-28D7-476F-B0F4-7074D883A7BD}" srcOrd="1" destOrd="0" parTransId="{3224FC40-6DBE-4C63-8DB4-8133444B134D}" sibTransId="{23ED6976-0951-4727-BC44-2542638059D5}"/>
    <dgm:cxn modelId="{70696BC5-8C24-48A6-8E4F-748E993184F3}" srcId="{D597815E-41B6-4B62-A783-160B1DE0110C}" destId="{485D86C2-9E7C-4868-AF9A-EBEC4BF45D5C}" srcOrd="0" destOrd="0" parTransId="{393A4877-98B4-485F-80B2-F730D7798D32}" sibTransId="{FE5DB067-EFB2-403A-8EC9-8415FF15F124}"/>
    <dgm:cxn modelId="{12D0B2F1-8D25-4DA6-9C7A-518C56657134}" type="presOf" srcId="{D597815E-41B6-4B62-A783-160B1DE0110C}" destId="{BE9BD2A9-92C8-4508-A0D1-9611A4DB42BC}" srcOrd="0" destOrd="0" presId="urn:microsoft.com/office/officeart/2018/2/layout/IconCircleList"/>
    <dgm:cxn modelId="{08FDFC20-5BAB-486E-9C73-028F1C0A39DE}" type="presParOf" srcId="{BE9BD2A9-92C8-4508-A0D1-9611A4DB42BC}" destId="{7CEBB285-3DF3-4F33-A86E-979CEBFA03D8}" srcOrd="0" destOrd="0" presId="urn:microsoft.com/office/officeart/2018/2/layout/IconCircleList"/>
    <dgm:cxn modelId="{3AC27F3D-A564-4C6F-9BD4-3C320008B823}" type="presParOf" srcId="{7CEBB285-3DF3-4F33-A86E-979CEBFA03D8}" destId="{E1911678-201A-4EE0-83D7-93FD43F2DB5A}" srcOrd="0" destOrd="0" presId="urn:microsoft.com/office/officeart/2018/2/layout/IconCircleList"/>
    <dgm:cxn modelId="{469ED9E3-7397-460A-86B1-FC5BE02E13DA}" type="presParOf" srcId="{E1911678-201A-4EE0-83D7-93FD43F2DB5A}" destId="{BBB09A4B-0EA6-471F-82ED-7432B43E84C8}" srcOrd="0" destOrd="0" presId="urn:microsoft.com/office/officeart/2018/2/layout/IconCircleList"/>
    <dgm:cxn modelId="{3FF71F7C-9D46-4A28-AF44-799553218B70}" type="presParOf" srcId="{E1911678-201A-4EE0-83D7-93FD43F2DB5A}" destId="{41BD55AE-DE6C-40F8-84BC-1BC340F6A27B}" srcOrd="1" destOrd="0" presId="urn:microsoft.com/office/officeart/2018/2/layout/IconCircleList"/>
    <dgm:cxn modelId="{11A63793-C0F9-43DB-82A7-63E47D741B1F}" type="presParOf" srcId="{E1911678-201A-4EE0-83D7-93FD43F2DB5A}" destId="{478596E7-7692-4378-885D-FAD78A017CE0}" srcOrd="2" destOrd="0" presId="urn:microsoft.com/office/officeart/2018/2/layout/IconCircleList"/>
    <dgm:cxn modelId="{DB823D4F-00A1-4050-AA02-C9010287C9CE}" type="presParOf" srcId="{E1911678-201A-4EE0-83D7-93FD43F2DB5A}" destId="{EBE25E1C-D1EC-4651-9302-C64A9CB0675A}" srcOrd="3" destOrd="0" presId="urn:microsoft.com/office/officeart/2018/2/layout/IconCircleList"/>
    <dgm:cxn modelId="{7FC3E4B5-5B2F-408F-9672-3C13BFDB50F1}" type="presParOf" srcId="{7CEBB285-3DF3-4F33-A86E-979CEBFA03D8}" destId="{B0A28587-3F0A-4114-BE05-7FA559F249F7}" srcOrd="1" destOrd="0" presId="urn:microsoft.com/office/officeart/2018/2/layout/IconCircleList"/>
    <dgm:cxn modelId="{C28BBFBF-97C0-4E92-830A-04FF949DDD49}" type="presParOf" srcId="{7CEBB285-3DF3-4F33-A86E-979CEBFA03D8}" destId="{00BABBD6-4F70-42A7-B1B3-C6F31E99A33A}" srcOrd="2" destOrd="0" presId="urn:microsoft.com/office/officeart/2018/2/layout/IconCircleList"/>
    <dgm:cxn modelId="{5D2BDE60-9B57-453E-BD91-E135597C0A78}" type="presParOf" srcId="{00BABBD6-4F70-42A7-B1B3-C6F31E99A33A}" destId="{5CABA769-B1A8-4D63-A400-DB538272AC8B}" srcOrd="0" destOrd="0" presId="urn:microsoft.com/office/officeart/2018/2/layout/IconCircleList"/>
    <dgm:cxn modelId="{E59BE7DA-8A37-4DC1-89D2-9EFC1600195F}" type="presParOf" srcId="{00BABBD6-4F70-42A7-B1B3-C6F31E99A33A}" destId="{4F41DEDC-2AED-4E29-994E-86F1DD5316CF}" srcOrd="1" destOrd="0" presId="urn:microsoft.com/office/officeart/2018/2/layout/IconCircleList"/>
    <dgm:cxn modelId="{5FA24DB7-BDED-4FCE-A785-FD6D10B1BA86}" type="presParOf" srcId="{00BABBD6-4F70-42A7-B1B3-C6F31E99A33A}" destId="{44C7554E-4744-4128-879B-29056D8F79EF}" srcOrd="2" destOrd="0" presId="urn:microsoft.com/office/officeart/2018/2/layout/IconCircleList"/>
    <dgm:cxn modelId="{010DBF5E-1CCC-4D6F-9D84-93052E417768}" type="presParOf" srcId="{00BABBD6-4F70-42A7-B1B3-C6F31E99A33A}" destId="{C61E25FE-817B-43B6-9DEC-F8CAD6EFE737}" srcOrd="3" destOrd="0" presId="urn:microsoft.com/office/officeart/2018/2/layout/IconCircleList"/>
    <dgm:cxn modelId="{792922C2-E212-424E-A62A-1EC00F92812A}" type="presParOf" srcId="{7CEBB285-3DF3-4F33-A86E-979CEBFA03D8}" destId="{66470D8B-13BD-4A4E-9910-FA1A2AC93B40}" srcOrd="3" destOrd="0" presId="urn:microsoft.com/office/officeart/2018/2/layout/IconCircleList"/>
    <dgm:cxn modelId="{8F0DC05C-6E5A-4AA3-ACE5-0EA2FD5D2290}" type="presParOf" srcId="{7CEBB285-3DF3-4F33-A86E-979CEBFA03D8}" destId="{B3F25645-B8F4-4068-9CD7-C4B25156279A}" srcOrd="4" destOrd="0" presId="urn:microsoft.com/office/officeart/2018/2/layout/IconCircleList"/>
    <dgm:cxn modelId="{CB091964-2DB0-4513-8CF0-F156BAE6E896}" type="presParOf" srcId="{B3F25645-B8F4-4068-9CD7-C4B25156279A}" destId="{96356DCC-E06E-4A91-B617-25D7A0E609CF}" srcOrd="0" destOrd="0" presId="urn:microsoft.com/office/officeart/2018/2/layout/IconCircleList"/>
    <dgm:cxn modelId="{E31B33A0-8337-4BE6-A448-0595C8B36FBF}" type="presParOf" srcId="{B3F25645-B8F4-4068-9CD7-C4B25156279A}" destId="{BBB55E54-DD44-4F3C-9B72-9F5E0B064270}" srcOrd="1" destOrd="0" presId="urn:microsoft.com/office/officeart/2018/2/layout/IconCircleList"/>
    <dgm:cxn modelId="{A26D8191-DFAD-45E3-814C-0CE8C721348A}" type="presParOf" srcId="{B3F25645-B8F4-4068-9CD7-C4B25156279A}" destId="{BA2A89C4-8B83-4AF7-B9DE-CA0E25CC5677}" srcOrd="2" destOrd="0" presId="urn:microsoft.com/office/officeart/2018/2/layout/IconCircleList"/>
    <dgm:cxn modelId="{599BCAB8-D670-4229-951F-FD8D1C4FC3DD}" type="presParOf" srcId="{B3F25645-B8F4-4068-9CD7-C4B25156279A}" destId="{FE96E34A-DC40-4ECD-89E9-33A4D7021472}" srcOrd="3" destOrd="0" presId="urn:microsoft.com/office/officeart/2018/2/layout/IconCircleList"/>
    <dgm:cxn modelId="{ACB5C8D0-986A-4CA9-85EE-A67E91A18525}" type="presParOf" srcId="{7CEBB285-3DF3-4F33-A86E-979CEBFA03D8}" destId="{9EF4E542-FAB9-4485-8C47-73A5667D1254}" srcOrd="5" destOrd="0" presId="urn:microsoft.com/office/officeart/2018/2/layout/IconCircleList"/>
    <dgm:cxn modelId="{4E4322FE-42BA-4875-85F0-E64B1CEE15DB}" type="presParOf" srcId="{7CEBB285-3DF3-4F33-A86E-979CEBFA03D8}" destId="{C5C587DE-AD19-44F8-8C4D-55F59FEB0508}" srcOrd="6" destOrd="0" presId="urn:microsoft.com/office/officeart/2018/2/layout/IconCircleList"/>
    <dgm:cxn modelId="{DADF480C-6BA0-47D7-A028-80D9A5E65EB0}" type="presParOf" srcId="{C5C587DE-AD19-44F8-8C4D-55F59FEB0508}" destId="{6B096533-2E8C-4968-9479-5580D2A4BD06}" srcOrd="0" destOrd="0" presId="urn:microsoft.com/office/officeart/2018/2/layout/IconCircleList"/>
    <dgm:cxn modelId="{83BDA8D6-26FC-46A0-A3BE-61960F3827D3}" type="presParOf" srcId="{C5C587DE-AD19-44F8-8C4D-55F59FEB0508}" destId="{DF940BBF-8845-44E6-9527-76BC8FA076CD}" srcOrd="1" destOrd="0" presId="urn:microsoft.com/office/officeart/2018/2/layout/IconCircleList"/>
    <dgm:cxn modelId="{F323161C-A44E-422C-9D45-123B6C06234F}" type="presParOf" srcId="{C5C587DE-AD19-44F8-8C4D-55F59FEB0508}" destId="{5A855AD9-FF03-48DD-9481-BE4BEBBF5011}" srcOrd="2" destOrd="0" presId="urn:microsoft.com/office/officeart/2018/2/layout/IconCircleList"/>
    <dgm:cxn modelId="{C45789DC-B4E1-4DD7-9747-9C8039B85559}" type="presParOf" srcId="{C5C587DE-AD19-44F8-8C4D-55F59FEB0508}" destId="{51063BCB-01D5-4D23-9AD2-ABC939E755E5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FA79DA3-2998-4976-BA8B-730186EB5241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FB4CE68-DD4B-4AD9-84DA-831FF02C32DF}">
      <dgm:prSet/>
      <dgm:spPr/>
      <dgm:t>
        <a:bodyPr/>
        <a:lstStyle/>
        <a:p>
          <a:r>
            <a:rPr lang="pl-PL"/>
            <a:t>Jaki jest próg rentowności dla udzielanych rabatów w zależności od marki i kategorii produktu?</a:t>
          </a:r>
          <a:endParaRPr lang="en-US"/>
        </a:p>
      </dgm:t>
    </dgm:pt>
    <dgm:pt modelId="{099144B3-5F78-4FCA-9C13-C88B1D2F1B63}" type="parTrans" cxnId="{8E00E473-B496-4C44-A84C-6E80C0AE7D0A}">
      <dgm:prSet/>
      <dgm:spPr/>
      <dgm:t>
        <a:bodyPr/>
        <a:lstStyle/>
        <a:p>
          <a:endParaRPr lang="en-US"/>
        </a:p>
      </dgm:t>
    </dgm:pt>
    <dgm:pt modelId="{D3242469-E9FA-4AB3-93B5-EF5A6C1C0331}" type="sibTrans" cxnId="{8E00E473-B496-4C44-A84C-6E80C0AE7D0A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4CB5A815-5B7C-4633-BC9B-2F0C081BA6C2}">
      <dgm:prSet/>
      <dgm:spPr/>
      <dgm:t>
        <a:bodyPr/>
        <a:lstStyle/>
        <a:p>
          <a:r>
            <a:rPr lang="pl-PL"/>
            <a:t>Jakie są różnice w przychodach i rentowności w zależności od typu sklepu oraz jego lokalizacji?</a:t>
          </a:r>
          <a:endParaRPr lang="en-US"/>
        </a:p>
      </dgm:t>
    </dgm:pt>
    <dgm:pt modelId="{79F4A956-B62E-43EB-B859-526743080755}" type="parTrans" cxnId="{D7E4E2E7-F675-41EA-BB55-79847BA0CAA6}">
      <dgm:prSet/>
      <dgm:spPr/>
      <dgm:t>
        <a:bodyPr/>
        <a:lstStyle/>
        <a:p>
          <a:endParaRPr lang="en-US"/>
        </a:p>
      </dgm:t>
    </dgm:pt>
    <dgm:pt modelId="{0B580205-E7EB-4CF6-86E9-F623E3A7B6AB}" type="sibTrans" cxnId="{D7E4E2E7-F675-41EA-BB55-79847BA0CAA6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6FED014D-5E00-405A-A490-27BC4CDF3415}">
      <dgm:prSet/>
      <dgm:spPr/>
      <dgm:t>
        <a:bodyPr/>
        <a:lstStyle/>
        <a:p>
          <a:r>
            <a:rPr lang="pl-PL"/>
            <a:t>Które kategorie produktów charakteryzują się najwyższą sprzedażą wśród nowych członków programu lojalnościowego?</a:t>
          </a:r>
          <a:endParaRPr lang="en-US"/>
        </a:p>
      </dgm:t>
    </dgm:pt>
    <dgm:pt modelId="{5CA3BAF8-2B16-4568-A476-89034AD2991C}" type="parTrans" cxnId="{3A5F9CB8-8C33-49B1-B2E2-07E74DE909C2}">
      <dgm:prSet/>
      <dgm:spPr/>
      <dgm:t>
        <a:bodyPr/>
        <a:lstStyle/>
        <a:p>
          <a:endParaRPr lang="en-US"/>
        </a:p>
      </dgm:t>
    </dgm:pt>
    <dgm:pt modelId="{6391FE7B-74E6-4D7B-88AD-9BF546D53031}" type="sibTrans" cxnId="{3A5F9CB8-8C33-49B1-B2E2-07E74DE909C2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FB6397F4-7933-40A6-A19A-0C3014101BBB}">
      <dgm:prSet/>
      <dgm:spPr/>
      <dgm:t>
        <a:bodyPr/>
        <a:lstStyle/>
        <a:p>
          <a:r>
            <a:rPr lang="pl-PL"/>
            <a:t>W jaki sposób zawartość kakao i wiek klienta determinują wielkość sprzedaży w poszczególnych krajach?</a:t>
          </a:r>
          <a:endParaRPr lang="en-US"/>
        </a:p>
      </dgm:t>
    </dgm:pt>
    <dgm:pt modelId="{4E393A84-C74E-4282-8AFC-D6DD2BCC233F}" type="parTrans" cxnId="{F0DF4F22-1CC3-4DE0-A404-93A6DF5D62E9}">
      <dgm:prSet/>
      <dgm:spPr/>
      <dgm:t>
        <a:bodyPr/>
        <a:lstStyle/>
        <a:p>
          <a:endParaRPr lang="en-US"/>
        </a:p>
      </dgm:t>
    </dgm:pt>
    <dgm:pt modelId="{AFBF857F-2C89-40AC-9479-16EB78E85FB7}" type="sibTrans" cxnId="{F0DF4F22-1CC3-4DE0-A404-93A6DF5D62E9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EA20EE9B-724B-4998-9748-6321ACEFCF43}" type="pres">
      <dgm:prSet presAssocID="{9FA79DA3-2998-4976-BA8B-730186EB5241}" presName="Name0" presStyleCnt="0">
        <dgm:presLayoutVars>
          <dgm:animLvl val="lvl"/>
          <dgm:resizeHandles val="exact"/>
        </dgm:presLayoutVars>
      </dgm:prSet>
      <dgm:spPr/>
    </dgm:pt>
    <dgm:pt modelId="{94C2B3D8-9601-4F14-A2D6-9B6207CC3972}" type="pres">
      <dgm:prSet presAssocID="{5FB4CE68-DD4B-4AD9-84DA-831FF02C32DF}" presName="compositeNode" presStyleCnt="0">
        <dgm:presLayoutVars>
          <dgm:bulletEnabled val="1"/>
        </dgm:presLayoutVars>
      </dgm:prSet>
      <dgm:spPr/>
    </dgm:pt>
    <dgm:pt modelId="{D9B69B4B-287B-4812-85CD-D6368DD63AE6}" type="pres">
      <dgm:prSet presAssocID="{5FB4CE68-DD4B-4AD9-84DA-831FF02C32DF}" presName="bgRect" presStyleLbl="alignNode1" presStyleIdx="0" presStyleCnt="4"/>
      <dgm:spPr/>
    </dgm:pt>
    <dgm:pt modelId="{3F90CDE6-9DFF-4F63-B9EE-C8AAE2B4FAC7}" type="pres">
      <dgm:prSet presAssocID="{D3242469-E9FA-4AB3-93B5-EF5A6C1C0331}" presName="sibTransNodeRect" presStyleLbl="alignNode1" presStyleIdx="0" presStyleCnt="4">
        <dgm:presLayoutVars>
          <dgm:chMax val="0"/>
          <dgm:bulletEnabled val="1"/>
        </dgm:presLayoutVars>
      </dgm:prSet>
      <dgm:spPr/>
    </dgm:pt>
    <dgm:pt modelId="{4FF0BEDC-07EF-41DA-AB57-121807C803C6}" type="pres">
      <dgm:prSet presAssocID="{5FB4CE68-DD4B-4AD9-84DA-831FF02C32DF}" presName="nodeRect" presStyleLbl="alignNode1" presStyleIdx="0" presStyleCnt="4">
        <dgm:presLayoutVars>
          <dgm:bulletEnabled val="1"/>
        </dgm:presLayoutVars>
      </dgm:prSet>
      <dgm:spPr/>
    </dgm:pt>
    <dgm:pt modelId="{1CEA9972-0592-43E7-9BE1-70F9026404E4}" type="pres">
      <dgm:prSet presAssocID="{D3242469-E9FA-4AB3-93B5-EF5A6C1C0331}" presName="sibTrans" presStyleCnt="0"/>
      <dgm:spPr/>
    </dgm:pt>
    <dgm:pt modelId="{122C64AF-A79F-4232-958C-B81BA15D6478}" type="pres">
      <dgm:prSet presAssocID="{4CB5A815-5B7C-4633-BC9B-2F0C081BA6C2}" presName="compositeNode" presStyleCnt="0">
        <dgm:presLayoutVars>
          <dgm:bulletEnabled val="1"/>
        </dgm:presLayoutVars>
      </dgm:prSet>
      <dgm:spPr/>
    </dgm:pt>
    <dgm:pt modelId="{4EBFAF40-B410-4E26-94B7-B15442BDA2D1}" type="pres">
      <dgm:prSet presAssocID="{4CB5A815-5B7C-4633-BC9B-2F0C081BA6C2}" presName="bgRect" presStyleLbl="alignNode1" presStyleIdx="1" presStyleCnt="4"/>
      <dgm:spPr/>
    </dgm:pt>
    <dgm:pt modelId="{88E0A321-399B-40A5-9E8C-F9F8156823F7}" type="pres">
      <dgm:prSet presAssocID="{0B580205-E7EB-4CF6-86E9-F623E3A7B6AB}" presName="sibTransNodeRect" presStyleLbl="alignNode1" presStyleIdx="1" presStyleCnt="4">
        <dgm:presLayoutVars>
          <dgm:chMax val="0"/>
          <dgm:bulletEnabled val="1"/>
        </dgm:presLayoutVars>
      </dgm:prSet>
      <dgm:spPr/>
    </dgm:pt>
    <dgm:pt modelId="{B84A57BF-DCC2-4E46-8C5D-7B988240959C}" type="pres">
      <dgm:prSet presAssocID="{4CB5A815-5B7C-4633-BC9B-2F0C081BA6C2}" presName="nodeRect" presStyleLbl="alignNode1" presStyleIdx="1" presStyleCnt="4">
        <dgm:presLayoutVars>
          <dgm:bulletEnabled val="1"/>
        </dgm:presLayoutVars>
      </dgm:prSet>
      <dgm:spPr/>
    </dgm:pt>
    <dgm:pt modelId="{B0ABA485-4B27-4FF8-BCE6-8BCE2B2D746B}" type="pres">
      <dgm:prSet presAssocID="{0B580205-E7EB-4CF6-86E9-F623E3A7B6AB}" presName="sibTrans" presStyleCnt="0"/>
      <dgm:spPr/>
    </dgm:pt>
    <dgm:pt modelId="{04C3BF77-406F-4544-859C-C42DD189B735}" type="pres">
      <dgm:prSet presAssocID="{6FED014D-5E00-405A-A490-27BC4CDF3415}" presName="compositeNode" presStyleCnt="0">
        <dgm:presLayoutVars>
          <dgm:bulletEnabled val="1"/>
        </dgm:presLayoutVars>
      </dgm:prSet>
      <dgm:spPr/>
    </dgm:pt>
    <dgm:pt modelId="{3D75A313-545B-42BE-BC2B-51CBEA1112FF}" type="pres">
      <dgm:prSet presAssocID="{6FED014D-5E00-405A-A490-27BC4CDF3415}" presName="bgRect" presStyleLbl="alignNode1" presStyleIdx="2" presStyleCnt="4"/>
      <dgm:spPr/>
    </dgm:pt>
    <dgm:pt modelId="{0099B855-08A7-419C-8240-E9A2F90A0C30}" type="pres">
      <dgm:prSet presAssocID="{6391FE7B-74E6-4D7B-88AD-9BF546D53031}" presName="sibTransNodeRect" presStyleLbl="alignNode1" presStyleIdx="2" presStyleCnt="4">
        <dgm:presLayoutVars>
          <dgm:chMax val="0"/>
          <dgm:bulletEnabled val="1"/>
        </dgm:presLayoutVars>
      </dgm:prSet>
      <dgm:spPr/>
    </dgm:pt>
    <dgm:pt modelId="{F5CE223D-58C5-4E8B-97B1-17BAF7749F2D}" type="pres">
      <dgm:prSet presAssocID="{6FED014D-5E00-405A-A490-27BC4CDF3415}" presName="nodeRect" presStyleLbl="alignNode1" presStyleIdx="2" presStyleCnt="4">
        <dgm:presLayoutVars>
          <dgm:bulletEnabled val="1"/>
        </dgm:presLayoutVars>
      </dgm:prSet>
      <dgm:spPr/>
    </dgm:pt>
    <dgm:pt modelId="{60EE6CD7-B49A-4061-9D05-423E5FA08666}" type="pres">
      <dgm:prSet presAssocID="{6391FE7B-74E6-4D7B-88AD-9BF546D53031}" presName="sibTrans" presStyleCnt="0"/>
      <dgm:spPr/>
    </dgm:pt>
    <dgm:pt modelId="{212527E6-1119-402F-9106-9E0CC329D8FF}" type="pres">
      <dgm:prSet presAssocID="{FB6397F4-7933-40A6-A19A-0C3014101BBB}" presName="compositeNode" presStyleCnt="0">
        <dgm:presLayoutVars>
          <dgm:bulletEnabled val="1"/>
        </dgm:presLayoutVars>
      </dgm:prSet>
      <dgm:spPr/>
    </dgm:pt>
    <dgm:pt modelId="{184308B6-0F75-4922-8E85-CFF910EA92DD}" type="pres">
      <dgm:prSet presAssocID="{FB6397F4-7933-40A6-A19A-0C3014101BBB}" presName="bgRect" presStyleLbl="alignNode1" presStyleIdx="3" presStyleCnt="4"/>
      <dgm:spPr/>
    </dgm:pt>
    <dgm:pt modelId="{011351AA-7C1F-4534-83C4-315DE887128C}" type="pres">
      <dgm:prSet presAssocID="{AFBF857F-2C89-40AC-9479-16EB78E85FB7}" presName="sibTransNodeRect" presStyleLbl="alignNode1" presStyleIdx="3" presStyleCnt="4">
        <dgm:presLayoutVars>
          <dgm:chMax val="0"/>
          <dgm:bulletEnabled val="1"/>
        </dgm:presLayoutVars>
      </dgm:prSet>
      <dgm:spPr/>
    </dgm:pt>
    <dgm:pt modelId="{48F89A72-EB42-4423-B7A1-97BA26C477C1}" type="pres">
      <dgm:prSet presAssocID="{FB6397F4-7933-40A6-A19A-0C3014101BBB}" presName="nodeRect" presStyleLbl="alignNode1" presStyleIdx="3" presStyleCnt="4">
        <dgm:presLayoutVars>
          <dgm:bulletEnabled val="1"/>
        </dgm:presLayoutVars>
      </dgm:prSet>
      <dgm:spPr/>
    </dgm:pt>
  </dgm:ptLst>
  <dgm:cxnLst>
    <dgm:cxn modelId="{41F10703-DA99-4929-81AA-B6AF23857C7E}" type="presOf" srcId="{AFBF857F-2C89-40AC-9479-16EB78E85FB7}" destId="{011351AA-7C1F-4534-83C4-315DE887128C}" srcOrd="0" destOrd="0" presId="urn:microsoft.com/office/officeart/2016/7/layout/LinearBlockProcessNumbered"/>
    <dgm:cxn modelId="{EEB76A04-2DEE-414C-A304-000ED6F8C3E9}" type="presOf" srcId="{4CB5A815-5B7C-4633-BC9B-2F0C081BA6C2}" destId="{4EBFAF40-B410-4E26-94B7-B15442BDA2D1}" srcOrd="0" destOrd="0" presId="urn:microsoft.com/office/officeart/2016/7/layout/LinearBlockProcessNumbered"/>
    <dgm:cxn modelId="{5CA5FE12-C69F-4550-B90C-9DC8C8CE214C}" type="presOf" srcId="{9FA79DA3-2998-4976-BA8B-730186EB5241}" destId="{EA20EE9B-724B-4998-9748-6321ACEFCF43}" srcOrd="0" destOrd="0" presId="urn:microsoft.com/office/officeart/2016/7/layout/LinearBlockProcessNumbered"/>
    <dgm:cxn modelId="{F0DF4F22-1CC3-4DE0-A404-93A6DF5D62E9}" srcId="{9FA79DA3-2998-4976-BA8B-730186EB5241}" destId="{FB6397F4-7933-40A6-A19A-0C3014101BBB}" srcOrd="3" destOrd="0" parTransId="{4E393A84-C74E-4282-8AFC-D6DD2BCC233F}" sibTransId="{AFBF857F-2C89-40AC-9479-16EB78E85FB7}"/>
    <dgm:cxn modelId="{05E54033-9470-4E71-9D5B-B6F3A75BB39D}" type="presOf" srcId="{5FB4CE68-DD4B-4AD9-84DA-831FF02C32DF}" destId="{D9B69B4B-287B-4812-85CD-D6368DD63AE6}" srcOrd="0" destOrd="0" presId="urn:microsoft.com/office/officeart/2016/7/layout/LinearBlockProcessNumbered"/>
    <dgm:cxn modelId="{981F5937-F2E4-4CD2-8DA6-B8DF1F5718F5}" type="presOf" srcId="{6FED014D-5E00-405A-A490-27BC4CDF3415}" destId="{3D75A313-545B-42BE-BC2B-51CBEA1112FF}" srcOrd="0" destOrd="0" presId="urn:microsoft.com/office/officeart/2016/7/layout/LinearBlockProcessNumbered"/>
    <dgm:cxn modelId="{DDDFA371-1D75-4A40-AD0A-30F2720511B9}" type="presOf" srcId="{D3242469-E9FA-4AB3-93B5-EF5A6C1C0331}" destId="{3F90CDE6-9DFF-4F63-B9EE-C8AAE2B4FAC7}" srcOrd="0" destOrd="0" presId="urn:microsoft.com/office/officeart/2016/7/layout/LinearBlockProcessNumbered"/>
    <dgm:cxn modelId="{8E00E473-B496-4C44-A84C-6E80C0AE7D0A}" srcId="{9FA79DA3-2998-4976-BA8B-730186EB5241}" destId="{5FB4CE68-DD4B-4AD9-84DA-831FF02C32DF}" srcOrd="0" destOrd="0" parTransId="{099144B3-5F78-4FCA-9C13-C88B1D2F1B63}" sibTransId="{D3242469-E9FA-4AB3-93B5-EF5A6C1C0331}"/>
    <dgm:cxn modelId="{E8DAFD58-D618-41DD-90FC-61B9A8E2ABF2}" type="presOf" srcId="{0B580205-E7EB-4CF6-86E9-F623E3A7B6AB}" destId="{88E0A321-399B-40A5-9E8C-F9F8156823F7}" srcOrd="0" destOrd="0" presId="urn:microsoft.com/office/officeart/2016/7/layout/LinearBlockProcessNumbered"/>
    <dgm:cxn modelId="{09D7DE79-19B3-4843-93C5-F8B534964C6E}" type="presOf" srcId="{6391FE7B-74E6-4D7B-88AD-9BF546D53031}" destId="{0099B855-08A7-419C-8240-E9A2F90A0C30}" srcOrd="0" destOrd="0" presId="urn:microsoft.com/office/officeart/2016/7/layout/LinearBlockProcessNumbered"/>
    <dgm:cxn modelId="{6E81D37B-EBBF-4B9C-B8D0-BB35599B16E0}" type="presOf" srcId="{5FB4CE68-DD4B-4AD9-84DA-831FF02C32DF}" destId="{4FF0BEDC-07EF-41DA-AB57-121807C803C6}" srcOrd="1" destOrd="0" presId="urn:microsoft.com/office/officeart/2016/7/layout/LinearBlockProcessNumbered"/>
    <dgm:cxn modelId="{E074E990-83C0-44E9-9EB4-0761562F6689}" type="presOf" srcId="{4CB5A815-5B7C-4633-BC9B-2F0C081BA6C2}" destId="{B84A57BF-DCC2-4E46-8C5D-7B988240959C}" srcOrd="1" destOrd="0" presId="urn:microsoft.com/office/officeart/2016/7/layout/LinearBlockProcessNumbered"/>
    <dgm:cxn modelId="{3A5F9CB8-8C33-49B1-B2E2-07E74DE909C2}" srcId="{9FA79DA3-2998-4976-BA8B-730186EB5241}" destId="{6FED014D-5E00-405A-A490-27BC4CDF3415}" srcOrd="2" destOrd="0" parTransId="{5CA3BAF8-2B16-4568-A476-89034AD2991C}" sibTransId="{6391FE7B-74E6-4D7B-88AD-9BF546D53031}"/>
    <dgm:cxn modelId="{2C16C2C9-9756-4CB1-BC5F-B993B0F70438}" type="presOf" srcId="{FB6397F4-7933-40A6-A19A-0C3014101BBB}" destId="{48F89A72-EB42-4423-B7A1-97BA26C477C1}" srcOrd="1" destOrd="0" presId="urn:microsoft.com/office/officeart/2016/7/layout/LinearBlockProcessNumbered"/>
    <dgm:cxn modelId="{EA8354DC-D528-4412-A201-D86AADAA6854}" type="presOf" srcId="{FB6397F4-7933-40A6-A19A-0C3014101BBB}" destId="{184308B6-0F75-4922-8E85-CFF910EA92DD}" srcOrd="0" destOrd="0" presId="urn:microsoft.com/office/officeart/2016/7/layout/LinearBlockProcessNumbered"/>
    <dgm:cxn modelId="{D7E4E2E7-F675-41EA-BB55-79847BA0CAA6}" srcId="{9FA79DA3-2998-4976-BA8B-730186EB5241}" destId="{4CB5A815-5B7C-4633-BC9B-2F0C081BA6C2}" srcOrd="1" destOrd="0" parTransId="{79F4A956-B62E-43EB-B859-526743080755}" sibTransId="{0B580205-E7EB-4CF6-86E9-F623E3A7B6AB}"/>
    <dgm:cxn modelId="{E7E00CFC-409E-43DE-8FAB-B380D30EC4AA}" type="presOf" srcId="{6FED014D-5E00-405A-A490-27BC4CDF3415}" destId="{F5CE223D-58C5-4E8B-97B1-17BAF7749F2D}" srcOrd="1" destOrd="0" presId="urn:microsoft.com/office/officeart/2016/7/layout/LinearBlockProcessNumbered"/>
    <dgm:cxn modelId="{34D5CE1F-7570-4DA9-9247-03E1FCE92850}" type="presParOf" srcId="{EA20EE9B-724B-4998-9748-6321ACEFCF43}" destId="{94C2B3D8-9601-4F14-A2D6-9B6207CC3972}" srcOrd="0" destOrd="0" presId="urn:microsoft.com/office/officeart/2016/7/layout/LinearBlockProcessNumbered"/>
    <dgm:cxn modelId="{056FB3AC-E9B6-4F05-A203-929E38687D22}" type="presParOf" srcId="{94C2B3D8-9601-4F14-A2D6-9B6207CC3972}" destId="{D9B69B4B-287B-4812-85CD-D6368DD63AE6}" srcOrd="0" destOrd="0" presId="urn:microsoft.com/office/officeart/2016/7/layout/LinearBlockProcessNumbered"/>
    <dgm:cxn modelId="{546D1F60-D477-4BEE-9FA0-7C06DC573673}" type="presParOf" srcId="{94C2B3D8-9601-4F14-A2D6-9B6207CC3972}" destId="{3F90CDE6-9DFF-4F63-B9EE-C8AAE2B4FAC7}" srcOrd="1" destOrd="0" presId="urn:microsoft.com/office/officeart/2016/7/layout/LinearBlockProcessNumbered"/>
    <dgm:cxn modelId="{830A34CC-E95F-4984-A36E-59C18ABABDFE}" type="presParOf" srcId="{94C2B3D8-9601-4F14-A2D6-9B6207CC3972}" destId="{4FF0BEDC-07EF-41DA-AB57-121807C803C6}" srcOrd="2" destOrd="0" presId="urn:microsoft.com/office/officeart/2016/7/layout/LinearBlockProcessNumbered"/>
    <dgm:cxn modelId="{F706FD6B-D0BC-4390-AD5A-D0B5A55F2CB4}" type="presParOf" srcId="{EA20EE9B-724B-4998-9748-6321ACEFCF43}" destId="{1CEA9972-0592-43E7-9BE1-70F9026404E4}" srcOrd="1" destOrd="0" presId="urn:microsoft.com/office/officeart/2016/7/layout/LinearBlockProcessNumbered"/>
    <dgm:cxn modelId="{1673B3DB-EFB4-4BF4-8E75-6D8187D275D7}" type="presParOf" srcId="{EA20EE9B-724B-4998-9748-6321ACEFCF43}" destId="{122C64AF-A79F-4232-958C-B81BA15D6478}" srcOrd="2" destOrd="0" presId="urn:microsoft.com/office/officeart/2016/7/layout/LinearBlockProcessNumbered"/>
    <dgm:cxn modelId="{FA8AD671-0D20-44CC-AE00-EDA98661C137}" type="presParOf" srcId="{122C64AF-A79F-4232-958C-B81BA15D6478}" destId="{4EBFAF40-B410-4E26-94B7-B15442BDA2D1}" srcOrd="0" destOrd="0" presId="urn:microsoft.com/office/officeart/2016/7/layout/LinearBlockProcessNumbered"/>
    <dgm:cxn modelId="{137D01A3-B816-4F0A-B4D3-B22D0DEA002C}" type="presParOf" srcId="{122C64AF-A79F-4232-958C-B81BA15D6478}" destId="{88E0A321-399B-40A5-9E8C-F9F8156823F7}" srcOrd="1" destOrd="0" presId="urn:microsoft.com/office/officeart/2016/7/layout/LinearBlockProcessNumbered"/>
    <dgm:cxn modelId="{B24A52E3-4215-43FC-AF7E-68994E07F35B}" type="presParOf" srcId="{122C64AF-A79F-4232-958C-B81BA15D6478}" destId="{B84A57BF-DCC2-4E46-8C5D-7B988240959C}" srcOrd="2" destOrd="0" presId="urn:microsoft.com/office/officeart/2016/7/layout/LinearBlockProcessNumbered"/>
    <dgm:cxn modelId="{6D7B2601-1CBF-4299-828C-22E585309A18}" type="presParOf" srcId="{EA20EE9B-724B-4998-9748-6321ACEFCF43}" destId="{B0ABA485-4B27-4FF8-BCE6-8BCE2B2D746B}" srcOrd="3" destOrd="0" presId="urn:microsoft.com/office/officeart/2016/7/layout/LinearBlockProcessNumbered"/>
    <dgm:cxn modelId="{B8710F67-35E5-4193-BE85-A75A97FB27EE}" type="presParOf" srcId="{EA20EE9B-724B-4998-9748-6321ACEFCF43}" destId="{04C3BF77-406F-4544-859C-C42DD189B735}" srcOrd="4" destOrd="0" presId="urn:microsoft.com/office/officeart/2016/7/layout/LinearBlockProcessNumbered"/>
    <dgm:cxn modelId="{5A4A8F95-2348-45C3-BBBA-B44FCFE1DAD9}" type="presParOf" srcId="{04C3BF77-406F-4544-859C-C42DD189B735}" destId="{3D75A313-545B-42BE-BC2B-51CBEA1112FF}" srcOrd="0" destOrd="0" presId="urn:microsoft.com/office/officeart/2016/7/layout/LinearBlockProcessNumbered"/>
    <dgm:cxn modelId="{56E336BB-558E-41D0-8FFF-A06D2CBC5E5B}" type="presParOf" srcId="{04C3BF77-406F-4544-859C-C42DD189B735}" destId="{0099B855-08A7-419C-8240-E9A2F90A0C30}" srcOrd="1" destOrd="0" presId="urn:microsoft.com/office/officeart/2016/7/layout/LinearBlockProcessNumbered"/>
    <dgm:cxn modelId="{DA71AC14-E05D-41BF-B0AF-57D464E101FD}" type="presParOf" srcId="{04C3BF77-406F-4544-859C-C42DD189B735}" destId="{F5CE223D-58C5-4E8B-97B1-17BAF7749F2D}" srcOrd="2" destOrd="0" presId="urn:microsoft.com/office/officeart/2016/7/layout/LinearBlockProcessNumbered"/>
    <dgm:cxn modelId="{276FEE77-05AD-47FC-9425-4C6F0D7B4212}" type="presParOf" srcId="{EA20EE9B-724B-4998-9748-6321ACEFCF43}" destId="{60EE6CD7-B49A-4061-9D05-423E5FA08666}" srcOrd="5" destOrd="0" presId="urn:microsoft.com/office/officeart/2016/7/layout/LinearBlockProcessNumbered"/>
    <dgm:cxn modelId="{961E7606-1E63-4425-B165-4B163C2A125A}" type="presParOf" srcId="{EA20EE9B-724B-4998-9748-6321ACEFCF43}" destId="{212527E6-1119-402F-9106-9E0CC329D8FF}" srcOrd="6" destOrd="0" presId="urn:microsoft.com/office/officeart/2016/7/layout/LinearBlockProcessNumbered"/>
    <dgm:cxn modelId="{34BA5DD8-4E9D-4BE4-ACC9-08FA799242AB}" type="presParOf" srcId="{212527E6-1119-402F-9106-9E0CC329D8FF}" destId="{184308B6-0F75-4922-8E85-CFF910EA92DD}" srcOrd="0" destOrd="0" presId="urn:microsoft.com/office/officeart/2016/7/layout/LinearBlockProcessNumbered"/>
    <dgm:cxn modelId="{ABA9A6D1-8056-4EB6-9901-2A9879ACCAC1}" type="presParOf" srcId="{212527E6-1119-402F-9106-9E0CC329D8FF}" destId="{011351AA-7C1F-4534-83C4-315DE887128C}" srcOrd="1" destOrd="0" presId="urn:microsoft.com/office/officeart/2016/7/layout/LinearBlockProcessNumbered"/>
    <dgm:cxn modelId="{E9D46BF9-4367-4C78-8016-25466F34E603}" type="presParOf" srcId="{212527E6-1119-402F-9106-9E0CC329D8FF}" destId="{48F89A72-EB42-4423-B7A1-97BA26C477C1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E3AC416-5B37-4095-B729-FAEF24A1EE29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l-PL"/>
        </a:p>
      </dgm:t>
    </dgm:pt>
    <dgm:pt modelId="{ECCEE381-48DE-4C22-9380-15D133DDDFD8}">
      <dgm:prSet/>
      <dgm:spPr/>
      <dgm:t>
        <a:bodyPr/>
        <a:lstStyle/>
        <a:p>
          <a:r>
            <a:rPr lang="pl-PL"/>
            <a:t>Sale</a:t>
          </a:r>
        </a:p>
      </dgm:t>
    </dgm:pt>
    <dgm:pt modelId="{FBAFF4F0-A9A2-49BE-AFBF-9041E7BD9A08}" type="parTrans" cxnId="{D9D5499B-331B-40A8-804B-5E5F1FC75A38}">
      <dgm:prSet/>
      <dgm:spPr/>
      <dgm:t>
        <a:bodyPr/>
        <a:lstStyle/>
        <a:p>
          <a:endParaRPr lang="pl-PL"/>
        </a:p>
      </dgm:t>
    </dgm:pt>
    <dgm:pt modelId="{133F09C3-691B-42E7-A18C-C2C27E8F1222}" type="sibTrans" cxnId="{D9D5499B-331B-40A8-804B-5E5F1FC75A38}">
      <dgm:prSet/>
      <dgm:spPr/>
      <dgm:t>
        <a:bodyPr/>
        <a:lstStyle/>
        <a:p>
          <a:endParaRPr lang="pl-PL"/>
        </a:p>
      </dgm:t>
    </dgm:pt>
    <dgm:pt modelId="{BC8C941B-B8CD-4D6C-B869-5ABBE9E71B1F}">
      <dgm:prSet/>
      <dgm:spPr/>
      <dgm:t>
        <a:bodyPr/>
        <a:lstStyle/>
        <a:p>
          <a:r>
            <a:rPr lang="pl-PL"/>
            <a:t>Quantity</a:t>
          </a:r>
        </a:p>
      </dgm:t>
    </dgm:pt>
    <dgm:pt modelId="{0FFC071E-2DB0-4A0B-9C57-1DBB39C405BC}" type="parTrans" cxnId="{7B1A6E63-B6EC-4FD8-8B60-902903FA13A3}">
      <dgm:prSet/>
      <dgm:spPr/>
      <dgm:t>
        <a:bodyPr/>
        <a:lstStyle/>
        <a:p>
          <a:endParaRPr lang="pl-PL"/>
        </a:p>
      </dgm:t>
    </dgm:pt>
    <dgm:pt modelId="{FA9F208D-587A-4C32-B027-19EB253F4995}" type="sibTrans" cxnId="{7B1A6E63-B6EC-4FD8-8B60-902903FA13A3}">
      <dgm:prSet/>
      <dgm:spPr/>
      <dgm:t>
        <a:bodyPr/>
        <a:lstStyle/>
        <a:p>
          <a:endParaRPr lang="pl-PL"/>
        </a:p>
      </dgm:t>
    </dgm:pt>
    <dgm:pt modelId="{92C87E9E-4AE0-4011-8838-A3E0528600AB}">
      <dgm:prSet/>
      <dgm:spPr/>
      <dgm:t>
        <a:bodyPr/>
        <a:lstStyle/>
        <a:p>
          <a:r>
            <a:rPr lang="pl-PL" dirty="0" err="1"/>
            <a:t>Unit_price</a:t>
          </a:r>
          <a:endParaRPr lang="pl-PL" dirty="0"/>
        </a:p>
      </dgm:t>
    </dgm:pt>
    <dgm:pt modelId="{E7732ADA-D248-4EAC-8599-A3AD1FF67553}" type="parTrans" cxnId="{0ECF3656-BE55-4DA6-B877-9A09736C7FE5}">
      <dgm:prSet/>
      <dgm:spPr/>
      <dgm:t>
        <a:bodyPr/>
        <a:lstStyle/>
        <a:p>
          <a:endParaRPr lang="pl-PL"/>
        </a:p>
      </dgm:t>
    </dgm:pt>
    <dgm:pt modelId="{787FD0D3-9AC0-4EC8-BFDA-96CF76A7FE8C}" type="sibTrans" cxnId="{0ECF3656-BE55-4DA6-B877-9A09736C7FE5}">
      <dgm:prSet/>
      <dgm:spPr/>
      <dgm:t>
        <a:bodyPr/>
        <a:lstStyle/>
        <a:p>
          <a:endParaRPr lang="pl-PL"/>
        </a:p>
      </dgm:t>
    </dgm:pt>
    <dgm:pt modelId="{3D461505-A122-4460-8817-A09EFB113F0F}">
      <dgm:prSet/>
      <dgm:spPr/>
      <dgm:t>
        <a:bodyPr/>
        <a:lstStyle/>
        <a:p>
          <a:r>
            <a:rPr lang="pl-PL" dirty="0"/>
            <a:t>Discount</a:t>
          </a:r>
        </a:p>
      </dgm:t>
    </dgm:pt>
    <dgm:pt modelId="{9AD58FBF-7BE5-4DDE-B53B-C3514354737D}" type="parTrans" cxnId="{A6DDA277-8E0B-4E1E-BACC-17A76AE515BE}">
      <dgm:prSet/>
      <dgm:spPr/>
      <dgm:t>
        <a:bodyPr/>
        <a:lstStyle/>
        <a:p>
          <a:endParaRPr lang="pl-PL"/>
        </a:p>
      </dgm:t>
    </dgm:pt>
    <dgm:pt modelId="{6E338FBF-CD4B-4BBE-AE20-2344471D2C89}" type="sibTrans" cxnId="{A6DDA277-8E0B-4E1E-BACC-17A76AE515BE}">
      <dgm:prSet/>
      <dgm:spPr/>
      <dgm:t>
        <a:bodyPr/>
        <a:lstStyle/>
        <a:p>
          <a:endParaRPr lang="pl-PL"/>
        </a:p>
      </dgm:t>
    </dgm:pt>
    <dgm:pt modelId="{B0DFC97A-88EB-47A3-A9F9-F52F70F74272}">
      <dgm:prSet/>
      <dgm:spPr/>
      <dgm:t>
        <a:bodyPr/>
        <a:lstStyle/>
        <a:p>
          <a:r>
            <a:rPr lang="pl-PL" dirty="0" err="1"/>
            <a:t>Ravenue</a:t>
          </a:r>
          <a:endParaRPr lang="pl-PL" dirty="0"/>
        </a:p>
      </dgm:t>
    </dgm:pt>
    <dgm:pt modelId="{1069A0B0-7E44-4DBF-B698-66A1F348A356}" type="parTrans" cxnId="{6627A75F-C03C-403F-8F91-457E56D42C31}">
      <dgm:prSet/>
      <dgm:spPr/>
      <dgm:t>
        <a:bodyPr/>
        <a:lstStyle/>
        <a:p>
          <a:endParaRPr lang="pl-PL"/>
        </a:p>
      </dgm:t>
    </dgm:pt>
    <dgm:pt modelId="{CE55D145-4A4B-4D34-9A38-ED3997018036}" type="sibTrans" cxnId="{6627A75F-C03C-403F-8F91-457E56D42C31}">
      <dgm:prSet/>
      <dgm:spPr/>
      <dgm:t>
        <a:bodyPr/>
        <a:lstStyle/>
        <a:p>
          <a:endParaRPr lang="pl-PL"/>
        </a:p>
      </dgm:t>
    </dgm:pt>
    <dgm:pt modelId="{5F9E82A4-2809-4166-BDFC-46DBED0F9426}">
      <dgm:prSet/>
      <dgm:spPr/>
      <dgm:t>
        <a:bodyPr/>
        <a:lstStyle/>
        <a:p>
          <a:r>
            <a:rPr lang="pl-PL" dirty="0" err="1"/>
            <a:t>Cost</a:t>
          </a:r>
          <a:endParaRPr lang="pl-PL" dirty="0"/>
        </a:p>
      </dgm:t>
    </dgm:pt>
    <dgm:pt modelId="{821D0BA7-629C-45CB-97BE-0AB05904E522}" type="parTrans" cxnId="{9F5CFD97-412F-4769-B1F8-A57EAD86795F}">
      <dgm:prSet/>
      <dgm:spPr/>
      <dgm:t>
        <a:bodyPr/>
        <a:lstStyle/>
        <a:p>
          <a:endParaRPr lang="pl-PL"/>
        </a:p>
      </dgm:t>
    </dgm:pt>
    <dgm:pt modelId="{7C4237CB-2F25-4739-B768-6F6B65B1C401}" type="sibTrans" cxnId="{9F5CFD97-412F-4769-B1F8-A57EAD86795F}">
      <dgm:prSet/>
      <dgm:spPr/>
      <dgm:t>
        <a:bodyPr/>
        <a:lstStyle/>
        <a:p>
          <a:endParaRPr lang="pl-PL"/>
        </a:p>
      </dgm:t>
    </dgm:pt>
    <dgm:pt modelId="{A7535358-AE8A-48D8-A17E-DCA8B8B7AA24}" type="pres">
      <dgm:prSet presAssocID="{6E3AC416-5B37-4095-B729-FAEF24A1EE29}" presName="Name0" presStyleCnt="0">
        <dgm:presLayoutVars>
          <dgm:dir/>
          <dgm:animLvl val="lvl"/>
          <dgm:resizeHandles val="exact"/>
        </dgm:presLayoutVars>
      </dgm:prSet>
      <dgm:spPr/>
    </dgm:pt>
    <dgm:pt modelId="{56732FA4-D3E3-4F38-A6AF-159C5420C5F3}" type="pres">
      <dgm:prSet presAssocID="{ECCEE381-48DE-4C22-9380-15D133DDDFD8}" presName="composite" presStyleCnt="0"/>
      <dgm:spPr/>
    </dgm:pt>
    <dgm:pt modelId="{549855E0-898E-4F40-83C7-9A6364330793}" type="pres">
      <dgm:prSet presAssocID="{ECCEE381-48DE-4C22-9380-15D133DDDFD8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B5B97605-40DF-4A25-B53E-B49492CCF0C7}" type="pres">
      <dgm:prSet presAssocID="{ECCEE381-48DE-4C22-9380-15D133DDDFD8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6627A75F-C03C-403F-8F91-457E56D42C31}" srcId="{ECCEE381-48DE-4C22-9380-15D133DDDFD8}" destId="{B0DFC97A-88EB-47A3-A9F9-F52F70F74272}" srcOrd="3" destOrd="0" parTransId="{1069A0B0-7E44-4DBF-B698-66A1F348A356}" sibTransId="{CE55D145-4A4B-4D34-9A38-ED3997018036}"/>
    <dgm:cxn modelId="{7B1A6E63-B6EC-4FD8-8B60-902903FA13A3}" srcId="{ECCEE381-48DE-4C22-9380-15D133DDDFD8}" destId="{BC8C941B-B8CD-4D6C-B869-5ABBE9E71B1F}" srcOrd="0" destOrd="0" parTransId="{0FFC071E-2DB0-4A0B-9C57-1DBB39C405BC}" sibTransId="{FA9F208D-587A-4C32-B027-19EB253F4995}"/>
    <dgm:cxn modelId="{FF9ADA66-D45E-49A2-B84B-349616CBFA64}" type="presOf" srcId="{ECCEE381-48DE-4C22-9380-15D133DDDFD8}" destId="{549855E0-898E-4F40-83C7-9A6364330793}" srcOrd="0" destOrd="0" presId="urn:microsoft.com/office/officeart/2005/8/layout/hList1"/>
    <dgm:cxn modelId="{07769D67-8EF5-42B4-B955-A433EAAFB5EA}" type="presOf" srcId="{B0DFC97A-88EB-47A3-A9F9-F52F70F74272}" destId="{B5B97605-40DF-4A25-B53E-B49492CCF0C7}" srcOrd="0" destOrd="3" presId="urn:microsoft.com/office/officeart/2005/8/layout/hList1"/>
    <dgm:cxn modelId="{91D8F270-DE59-405D-B8F2-E5C2FE97EF0C}" type="presOf" srcId="{6E3AC416-5B37-4095-B729-FAEF24A1EE29}" destId="{A7535358-AE8A-48D8-A17E-DCA8B8B7AA24}" srcOrd="0" destOrd="0" presId="urn:microsoft.com/office/officeart/2005/8/layout/hList1"/>
    <dgm:cxn modelId="{0ECF3656-BE55-4DA6-B877-9A09736C7FE5}" srcId="{ECCEE381-48DE-4C22-9380-15D133DDDFD8}" destId="{92C87E9E-4AE0-4011-8838-A3E0528600AB}" srcOrd="1" destOrd="0" parTransId="{E7732ADA-D248-4EAC-8599-A3AD1FF67553}" sibTransId="{787FD0D3-9AC0-4EC8-BFDA-96CF76A7FE8C}"/>
    <dgm:cxn modelId="{A6DDA277-8E0B-4E1E-BACC-17A76AE515BE}" srcId="{ECCEE381-48DE-4C22-9380-15D133DDDFD8}" destId="{3D461505-A122-4460-8817-A09EFB113F0F}" srcOrd="2" destOrd="0" parTransId="{9AD58FBF-7BE5-4DDE-B53B-C3514354737D}" sibTransId="{6E338FBF-CD4B-4BBE-AE20-2344471D2C89}"/>
    <dgm:cxn modelId="{9F5CFD97-412F-4769-B1F8-A57EAD86795F}" srcId="{ECCEE381-48DE-4C22-9380-15D133DDDFD8}" destId="{5F9E82A4-2809-4166-BDFC-46DBED0F9426}" srcOrd="4" destOrd="0" parTransId="{821D0BA7-629C-45CB-97BE-0AB05904E522}" sibTransId="{7C4237CB-2F25-4739-B768-6F6B65B1C401}"/>
    <dgm:cxn modelId="{D9D5499B-331B-40A8-804B-5E5F1FC75A38}" srcId="{6E3AC416-5B37-4095-B729-FAEF24A1EE29}" destId="{ECCEE381-48DE-4C22-9380-15D133DDDFD8}" srcOrd="0" destOrd="0" parTransId="{FBAFF4F0-A9A2-49BE-AFBF-9041E7BD9A08}" sibTransId="{133F09C3-691B-42E7-A18C-C2C27E8F1222}"/>
    <dgm:cxn modelId="{C44E15A7-09E2-4DBA-828F-1B2D1594FA25}" type="presOf" srcId="{92C87E9E-4AE0-4011-8838-A3E0528600AB}" destId="{B5B97605-40DF-4A25-B53E-B49492CCF0C7}" srcOrd="0" destOrd="1" presId="urn:microsoft.com/office/officeart/2005/8/layout/hList1"/>
    <dgm:cxn modelId="{685A3EAA-FD0D-4676-9C31-3843C49C4290}" type="presOf" srcId="{BC8C941B-B8CD-4D6C-B869-5ABBE9E71B1F}" destId="{B5B97605-40DF-4A25-B53E-B49492CCF0C7}" srcOrd="0" destOrd="0" presId="urn:microsoft.com/office/officeart/2005/8/layout/hList1"/>
    <dgm:cxn modelId="{8DBA6FC6-2EB6-4F31-A54A-06E78991DBFF}" type="presOf" srcId="{5F9E82A4-2809-4166-BDFC-46DBED0F9426}" destId="{B5B97605-40DF-4A25-B53E-B49492CCF0C7}" srcOrd="0" destOrd="4" presId="urn:microsoft.com/office/officeart/2005/8/layout/hList1"/>
    <dgm:cxn modelId="{75A9B6E0-6AFA-4F3F-9CA3-76EDE5910277}" type="presOf" srcId="{3D461505-A122-4460-8817-A09EFB113F0F}" destId="{B5B97605-40DF-4A25-B53E-B49492CCF0C7}" srcOrd="0" destOrd="2" presId="urn:microsoft.com/office/officeart/2005/8/layout/hList1"/>
    <dgm:cxn modelId="{9CB01C2D-1BC2-4C00-9B63-3047A4708102}" type="presParOf" srcId="{A7535358-AE8A-48D8-A17E-DCA8B8B7AA24}" destId="{56732FA4-D3E3-4F38-A6AF-159C5420C5F3}" srcOrd="0" destOrd="0" presId="urn:microsoft.com/office/officeart/2005/8/layout/hList1"/>
    <dgm:cxn modelId="{E54CB6ED-1238-448C-B710-80B93E48AE52}" type="presParOf" srcId="{56732FA4-D3E3-4F38-A6AF-159C5420C5F3}" destId="{549855E0-898E-4F40-83C7-9A6364330793}" srcOrd="0" destOrd="0" presId="urn:microsoft.com/office/officeart/2005/8/layout/hList1"/>
    <dgm:cxn modelId="{2CB2474A-6AE1-4852-B361-6DC12B959248}" type="presParOf" srcId="{56732FA4-D3E3-4F38-A6AF-159C5420C5F3}" destId="{B5B97605-40DF-4A25-B53E-B49492CCF0C7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1DC17F2-DB14-47AC-99DE-08078A0B2B40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pl-PL"/>
        </a:p>
      </dgm:t>
    </dgm:pt>
    <dgm:pt modelId="{D56D50CF-F183-40C6-8315-4C5B9FA75586}">
      <dgm:prSet/>
      <dgm:spPr/>
      <dgm:t>
        <a:bodyPr/>
        <a:lstStyle/>
        <a:p>
          <a:r>
            <a:rPr lang="pl-PL"/>
            <a:t>Product</a:t>
          </a:r>
        </a:p>
      </dgm:t>
    </dgm:pt>
    <dgm:pt modelId="{AA4F9521-CEEF-4D53-8ED4-F38EBBC9AD06}" type="parTrans" cxnId="{AF5D007C-CBA7-4AA2-A8BA-06977003BAA5}">
      <dgm:prSet/>
      <dgm:spPr/>
      <dgm:t>
        <a:bodyPr/>
        <a:lstStyle/>
        <a:p>
          <a:endParaRPr lang="pl-PL"/>
        </a:p>
      </dgm:t>
    </dgm:pt>
    <dgm:pt modelId="{585A0C36-F1E9-42E7-8B7C-4ACD76EA94E9}" type="sibTrans" cxnId="{AF5D007C-CBA7-4AA2-A8BA-06977003BAA5}">
      <dgm:prSet/>
      <dgm:spPr/>
      <dgm:t>
        <a:bodyPr/>
        <a:lstStyle/>
        <a:p>
          <a:endParaRPr lang="pl-PL"/>
        </a:p>
      </dgm:t>
    </dgm:pt>
    <dgm:pt modelId="{1609B469-8297-44F3-9DD2-1EFCB841D6F3}">
      <dgm:prSet/>
      <dgm:spPr/>
      <dgm:t>
        <a:bodyPr/>
        <a:lstStyle/>
        <a:p>
          <a:r>
            <a:rPr lang="pl-PL"/>
            <a:t>P</a:t>
          </a:r>
          <a:r>
            <a:rPr lang="en-US"/>
            <a:t>roduct_name </a:t>
          </a:r>
          <a:endParaRPr lang="pl-PL"/>
        </a:p>
      </dgm:t>
    </dgm:pt>
    <dgm:pt modelId="{E75AF5DF-68D9-4320-8730-BA88AF5DD897}" type="parTrans" cxnId="{F9955C14-1066-4E4F-A562-4C1B1ACE0CA4}">
      <dgm:prSet/>
      <dgm:spPr/>
      <dgm:t>
        <a:bodyPr/>
        <a:lstStyle/>
        <a:p>
          <a:endParaRPr lang="pl-PL"/>
        </a:p>
      </dgm:t>
    </dgm:pt>
    <dgm:pt modelId="{FF35190D-C28F-4E51-B593-B1D7921C1314}" type="sibTrans" cxnId="{F9955C14-1066-4E4F-A562-4C1B1ACE0CA4}">
      <dgm:prSet/>
      <dgm:spPr/>
      <dgm:t>
        <a:bodyPr/>
        <a:lstStyle/>
        <a:p>
          <a:endParaRPr lang="pl-PL"/>
        </a:p>
      </dgm:t>
    </dgm:pt>
    <dgm:pt modelId="{9A40AF07-363B-426C-BA31-E252C0EDF87A}">
      <dgm:prSet/>
      <dgm:spPr/>
      <dgm:t>
        <a:bodyPr/>
        <a:lstStyle/>
        <a:p>
          <a:r>
            <a:rPr lang="en-US"/>
            <a:t>Brand</a:t>
          </a:r>
          <a:endParaRPr lang="pl-PL"/>
        </a:p>
      </dgm:t>
    </dgm:pt>
    <dgm:pt modelId="{263E8201-0FE2-42F4-8B7D-26725633D63C}" type="parTrans" cxnId="{C0DC3311-C134-4F6D-A46E-EC48C25D37BD}">
      <dgm:prSet/>
      <dgm:spPr/>
      <dgm:t>
        <a:bodyPr/>
        <a:lstStyle/>
        <a:p>
          <a:endParaRPr lang="pl-PL"/>
        </a:p>
      </dgm:t>
    </dgm:pt>
    <dgm:pt modelId="{29C6B722-AAD4-4194-90C9-31B407E94F31}" type="sibTrans" cxnId="{C0DC3311-C134-4F6D-A46E-EC48C25D37BD}">
      <dgm:prSet/>
      <dgm:spPr/>
      <dgm:t>
        <a:bodyPr/>
        <a:lstStyle/>
        <a:p>
          <a:endParaRPr lang="pl-PL"/>
        </a:p>
      </dgm:t>
    </dgm:pt>
    <dgm:pt modelId="{9A6379C8-600D-46AA-AD46-CDF64FBE6C58}">
      <dgm:prSet/>
      <dgm:spPr/>
      <dgm:t>
        <a:bodyPr/>
        <a:lstStyle/>
        <a:p>
          <a:r>
            <a:rPr lang="pl-PL"/>
            <a:t>C</a:t>
          </a:r>
          <a:r>
            <a:rPr lang="en-US"/>
            <a:t>ategory</a:t>
          </a:r>
          <a:endParaRPr lang="pl-PL"/>
        </a:p>
      </dgm:t>
    </dgm:pt>
    <dgm:pt modelId="{037E5D6F-4A0E-4C42-9723-E49E53D45D2C}" type="parTrans" cxnId="{7B7957F0-9A69-4761-B1C1-FDBD059FC271}">
      <dgm:prSet/>
      <dgm:spPr/>
      <dgm:t>
        <a:bodyPr/>
        <a:lstStyle/>
        <a:p>
          <a:endParaRPr lang="pl-PL"/>
        </a:p>
      </dgm:t>
    </dgm:pt>
    <dgm:pt modelId="{88475F91-8918-4EBF-9A48-E2A76E3A0558}" type="sibTrans" cxnId="{7B7957F0-9A69-4761-B1C1-FDBD059FC271}">
      <dgm:prSet/>
      <dgm:spPr/>
      <dgm:t>
        <a:bodyPr/>
        <a:lstStyle/>
        <a:p>
          <a:endParaRPr lang="pl-PL"/>
        </a:p>
      </dgm:t>
    </dgm:pt>
    <dgm:pt modelId="{BDA375AB-4B4B-4B5D-B22E-EE904715F138}">
      <dgm:prSet/>
      <dgm:spPr/>
      <dgm:t>
        <a:bodyPr/>
        <a:lstStyle/>
        <a:p>
          <a:r>
            <a:rPr lang="pl-PL"/>
            <a:t>C</a:t>
          </a:r>
          <a:r>
            <a:rPr lang="en-US"/>
            <a:t>ocoa_percent</a:t>
          </a:r>
          <a:endParaRPr lang="pl-PL"/>
        </a:p>
      </dgm:t>
    </dgm:pt>
    <dgm:pt modelId="{CC66415D-8256-467A-B0F4-64AE6EF8F9B9}" type="parTrans" cxnId="{A7309732-D9AA-4B52-880D-6B8F5E44007B}">
      <dgm:prSet/>
      <dgm:spPr/>
      <dgm:t>
        <a:bodyPr/>
        <a:lstStyle/>
        <a:p>
          <a:endParaRPr lang="pl-PL"/>
        </a:p>
      </dgm:t>
    </dgm:pt>
    <dgm:pt modelId="{BDB0DB11-F9AB-4D10-91FC-66F6E03787ED}" type="sibTrans" cxnId="{A7309732-D9AA-4B52-880D-6B8F5E44007B}">
      <dgm:prSet/>
      <dgm:spPr/>
      <dgm:t>
        <a:bodyPr/>
        <a:lstStyle/>
        <a:p>
          <a:endParaRPr lang="pl-PL"/>
        </a:p>
      </dgm:t>
    </dgm:pt>
    <dgm:pt modelId="{90562BA6-6D92-4BE5-8584-1065BF1F6552}">
      <dgm:prSet/>
      <dgm:spPr/>
      <dgm:t>
        <a:bodyPr/>
        <a:lstStyle/>
        <a:p>
          <a:r>
            <a:rPr lang="pl-PL"/>
            <a:t>W</a:t>
          </a:r>
          <a:r>
            <a:rPr lang="en-US"/>
            <a:t>eight_g</a:t>
          </a:r>
          <a:endParaRPr lang="pl-PL"/>
        </a:p>
      </dgm:t>
    </dgm:pt>
    <dgm:pt modelId="{B12FA088-459E-4632-9B0C-BC9062352BD7}" type="parTrans" cxnId="{BEA1B822-91DE-4BA0-9E4B-2665065970B9}">
      <dgm:prSet/>
      <dgm:spPr/>
      <dgm:t>
        <a:bodyPr/>
        <a:lstStyle/>
        <a:p>
          <a:endParaRPr lang="pl-PL"/>
        </a:p>
      </dgm:t>
    </dgm:pt>
    <dgm:pt modelId="{C7258DBA-5C06-42FC-8BAC-043004167185}" type="sibTrans" cxnId="{BEA1B822-91DE-4BA0-9E4B-2665065970B9}">
      <dgm:prSet/>
      <dgm:spPr/>
      <dgm:t>
        <a:bodyPr/>
        <a:lstStyle/>
        <a:p>
          <a:endParaRPr lang="pl-PL"/>
        </a:p>
      </dgm:t>
    </dgm:pt>
    <dgm:pt modelId="{0816F561-4F14-431C-ABB8-EC00E50BE1AF}">
      <dgm:prSet/>
      <dgm:spPr/>
      <dgm:t>
        <a:bodyPr/>
        <a:lstStyle/>
        <a:p>
          <a:r>
            <a:rPr lang="pl-PL"/>
            <a:t>Date</a:t>
          </a:r>
        </a:p>
      </dgm:t>
    </dgm:pt>
    <dgm:pt modelId="{3F162018-00F1-4374-B823-C375FCE5E1AB}" type="parTrans" cxnId="{2F8B12FD-F22D-4085-95CB-107E024FD929}">
      <dgm:prSet/>
      <dgm:spPr/>
      <dgm:t>
        <a:bodyPr/>
        <a:lstStyle/>
        <a:p>
          <a:endParaRPr lang="pl-PL"/>
        </a:p>
      </dgm:t>
    </dgm:pt>
    <dgm:pt modelId="{D4D13DAD-2C0F-4935-BB11-0EC9561ABE39}" type="sibTrans" cxnId="{2F8B12FD-F22D-4085-95CB-107E024FD929}">
      <dgm:prSet/>
      <dgm:spPr/>
      <dgm:t>
        <a:bodyPr/>
        <a:lstStyle/>
        <a:p>
          <a:endParaRPr lang="pl-PL"/>
        </a:p>
      </dgm:t>
    </dgm:pt>
    <dgm:pt modelId="{61A908E6-47D5-4080-8A05-64313EFA8F32}">
      <dgm:prSet/>
      <dgm:spPr/>
      <dgm:t>
        <a:bodyPr/>
        <a:lstStyle/>
        <a:p>
          <a:r>
            <a:rPr lang="en-US"/>
            <a:t>Date</a:t>
          </a:r>
          <a:endParaRPr lang="pl-PL"/>
        </a:p>
      </dgm:t>
    </dgm:pt>
    <dgm:pt modelId="{BD2ACCD5-B710-4455-B009-E01219979ACC}" type="parTrans" cxnId="{03DD961B-CF4E-4A59-9C85-437A7BA936A7}">
      <dgm:prSet/>
      <dgm:spPr/>
      <dgm:t>
        <a:bodyPr/>
        <a:lstStyle/>
        <a:p>
          <a:endParaRPr lang="pl-PL"/>
        </a:p>
      </dgm:t>
    </dgm:pt>
    <dgm:pt modelId="{E3670079-CFCD-4484-B0AA-C03EDD9F9697}" type="sibTrans" cxnId="{03DD961B-CF4E-4A59-9C85-437A7BA936A7}">
      <dgm:prSet/>
      <dgm:spPr/>
      <dgm:t>
        <a:bodyPr/>
        <a:lstStyle/>
        <a:p>
          <a:endParaRPr lang="pl-PL"/>
        </a:p>
      </dgm:t>
    </dgm:pt>
    <dgm:pt modelId="{E5B735CC-DAC1-42EA-99E3-3E3DD6A8121F}">
      <dgm:prSet/>
      <dgm:spPr/>
      <dgm:t>
        <a:bodyPr/>
        <a:lstStyle/>
        <a:p>
          <a:r>
            <a:rPr lang="en-US"/>
            <a:t>Year</a:t>
          </a:r>
          <a:endParaRPr lang="pl-PL"/>
        </a:p>
      </dgm:t>
    </dgm:pt>
    <dgm:pt modelId="{9DE1D905-918F-4074-ADA7-D22DCC377E47}" type="parTrans" cxnId="{F7A3B2B0-9C05-4F9F-9BD0-DE2709B3E3DF}">
      <dgm:prSet/>
      <dgm:spPr/>
      <dgm:t>
        <a:bodyPr/>
        <a:lstStyle/>
        <a:p>
          <a:endParaRPr lang="pl-PL"/>
        </a:p>
      </dgm:t>
    </dgm:pt>
    <dgm:pt modelId="{64A9B95C-37DE-448F-82BD-DA412B2DFC7B}" type="sibTrans" cxnId="{F7A3B2B0-9C05-4F9F-9BD0-DE2709B3E3DF}">
      <dgm:prSet/>
      <dgm:spPr/>
      <dgm:t>
        <a:bodyPr/>
        <a:lstStyle/>
        <a:p>
          <a:endParaRPr lang="pl-PL"/>
        </a:p>
      </dgm:t>
    </dgm:pt>
    <dgm:pt modelId="{EDF869B8-7BD5-4696-BF98-28B7E93C09AD}">
      <dgm:prSet/>
      <dgm:spPr/>
      <dgm:t>
        <a:bodyPr/>
        <a:lstStyle/>
        <a:p>
          <a:r>
            <a:rPr lang="en-US"/>
            <a:t>Month</a:t>
          </a:r>
          <a:endParaRPr lang="pl-PL"/>
        </a:p>
      </dgm:t>
    </dgm:pt>
    <dgm:pt modelId="{12CDDF40-1A70-486E-9DBC-F8C217900FE3}" type="parTrans" cxnId="{ED9E829C-3121-496A-A081-1C20040AEE01}">
      <dgm:prSet/>
      <dgm:spPr/>
      <dgm:t>
        <a:bodyPr/>
        <a:lstStyle/>
        <a:p>
          <a:endParaRPr lang="pl-PL"/>
        </a:p>
      </dgm:t>
    </dgm:pt>
    <dgm:pt modelId="{CDD86B1F-438E-429E-86C2-D8A6F9FED908}" type="sibTrans" cxnId="{ED9E829C-3121-496A-A081-1C20040AEE01}">
      <dgm:prSet/>
      <dgm:spPr/>
      <dgm:t>
        <a:bodyPr/>
        <a:lstStyle/>
        <a:p>
          <a:endParaRPr lang="pl-PL"/>
        </a:p>
      </dgm:t>
    </dgm:pt>
    <dgm:pt modelId="{B58F845D-7BB8-4C94-AA85-C540B3F8E423}">
      <dgm:prSet/>
      <dgm:spPr/>
      <dgm:t>
        <a:bodyPr/>
        <a:lstStyle/>
        <a:p>
          <a:r>
            <a:rPr lang="en-US"/>
            <a:t>Day</a:t>
          </a:r>
          <a:endParaRPr lang="pl-PL"/>
        </a:p>
      </dgm:t>
    </dgm:pt>
    <dgm:pt modelId="{906B67B9-7672-46D9-B50A-3DE55A6C0466}" type="parTrans" cxnId="{16307692-3937-4B5B-9B22-89EA8392333F}">
      <dgm:prSet/>
      <dgm:spPr/>
      <dgm:t>
        <a:bodyPr/>
        <a:lstStyle/>
        <a:p>
          <a:endParaRPr lang="pl-PL"/>
        </a:p>
      </dgm:t>
    </dgm:pt>
    <dgm:pt modelId="{7A469149-5A6C-4CB1-9824-D842B6779E0C}" type="sibTrans" cxnId="{16307692-3937-4B5B-9B22-89EA8392333F}">
      <dgm:prSet/>
      <dgm:spPr/>
      <dgm:t>
        <a:bodyPr/>
        <a:lstStyle/>
        <a:p>
          <a:endParaRPr lang="pl-PL"/>
        </a:p>
      </dgm:t>
    </dgm:pt>
    <dgm:pt modelId="{4674CDAE-5ABE-4BEC-AF25-F6FFC9227FF9}">
      <dgm:prSet/>
      <dgm:spPr/>
      <dgm:t>
        <a:bodyPr/>
        <a:lstStyle/>
        <a:p>
          <a:r>
            <a:rPr lang="pl-PL"/>
            <a:t>W</a:t>
          </a:r>
          <a:r>
            <a:rPr lang="en-US"/>
            <a:t>eek</a:t>
          </a:r>
          <a:endParaRPr lang="pl-PL"/>
        </a:p>
      </dgm:t>
    </dgm:pt>
    <dgm:pt modelId="{A6A1AAC3-7378-48E7-815F-95286852831C}" type="parTrans" cxnId="{754288BB-9C1A-4CAC-B946-48DE75FABE95}">
      <dgm:prSet/>
      <dgm:spPr/>
      <dgm:t>
        <a:bodyPr/>
        <a:lstStyle/>
        <a:p>
          <a:endParaRPr lang="pl-PL"/>
        </a:p>
      </dgm:t>
    </dgm:pt>
    <dgm:pt modelId="{2B10E11F-AEDE-427C-9F27-49F72E6D4E7F}" type="sibTrans" cxnId="{754288BB-9C1A-4CAC-B946-48DE75FABE95}">
      <dgm:prSet/>
      <dgm:spPr/>
      <dgm:t>
        <a:bodyPr/>
        <a:lstStyle/>
        <a:p>
          <a:endParaRPr lang="pl-PL"/>
        </a:p>
      </dgm:t>
    </dgm:pt>
    <dgm:pt modelId="{01C50C17-C689-4D57-AC05-EEED32CAC9F4}">
      <dgm:prSet/>
      <dgm:spPr/>
      <dgm:t>
        <a:bodyPr/>
        <a:lstStyle/>
        <a:p>
          <a:r>
            <a:rPr lang="pl-PL"/>
            <a:t>D</a:t>
          </a:r>
          <a:r>
            <a:rPr lang="en-US"/>
            <a:t>ay_of_week</a:t>
          </a:r>
          <a:endParaRPr lang="pl-PL"/>
        </a:p>
      </dgm:t>
    </dgm:pt>
    <dgm:pt modelId="{92FEF5FF-6B99-42E0-AC08-C998429A06BA}" type="parTrans" cxnId="{ABA37986-1064-4EBA-B4ED-3EEAC003D30B}">
      <dgm:prSet/>
      <dgm:spPr/>
      <dgm:t>
        <a:bodyPr/>
        <a:lstStyle/>
        <a:p>
          <a:endParaRPr lang="pl-PL"/>
        </a:p>
      </dgm:t>
    </dgm:pt>
    <dgm:pt modelId="{289A00FE-A1B6-4E20-9B96-8D6FC144A9EE}" type="sibTrans" cxnId="{ABA37986-1064-4EBA-B4ED-3EEAC003D30B}">
      <dgm:prSet/>
      <dgm:spPr/>
      <dgm:t>
        <a:bodyPr/>
        <a:lstStyle/>
        <a:p>
          <a:endParaRPr lang="pl-PL"/>
        </a:p>
      </dgm:t>
    </dgm:pt>
    <dgm:pt modelId="{E85EAF2B-2517-43D7-B00D-59D45C51AE73}">
      <dgm:prSet/>
      <dgm:spPr/>
      <dgm:t>
        <a:bodyPr/>
        <a:lstStyle/>
        <a:p>
          <a:r>
            <a:rPr lang="pl-PL"/>
            <a:t>Customer</a:t>
          </a:r>
        </a:p>
      </dgm:t>
    </dgm:pt>
    <dgm:pt modelId="{739C991B-CDC8-4F96-9DB8-19F1317B1B6C}" type="parTrans" cxnId="{14339AEB-4C29-4CF6-AFF2-452855339F46}">
      <dgm:prSet/>
      <dgm:spPr/>
      <dgm:t>
        <a:bodyPr/>
        <a:lstStyle/>
        <a:p>
          <a:endParaRPr lang="pl-PL"/>
        </a:p>
      </dgm:t>
    </dgm:pt>
    <dgm:pt modelId="{6764937F-42AE-4459-94D5-58D8B8C340F7}" type="sibTrans" cxnId="{14339AEB-4C29-4CF6-AFF2-452855339F46}">
      <dgm:prSet/>
      <dgm:spPr/>
      <dgm:t>
        <a:bodyPr/>
        <a:lstStyle/>
        <a:p>
          <a:endParaRPr lang="pl-PL"/>
        </a:p>
      </dgm:t>
    </dgm:pt>
    <dgm:pt modelId="{FB41DFDD-1E25-42C4-8AF9-29D9FD30AC1E}">
      <dgm:prSet/>
      <dgm:spPr/>
      <dgm:t>
        <a:bodyPr/>
        <a:lstStyle/>
        <a:p>
          <a:r>
            <a:rPr lang="en-US"/>
            <a:t>Age</a:t>
          </a:r>
          <a:endParaRPr lang="pl-PL"/>
        </a:p>
      </dgm:t>
    </dgm:pt>
    <dgm:pt modelId="{56B7E340-AEAB-4B1E-BF0A-F9226ED3AB20}" type="parTrans" cxnId="{ACCF4224-322B-41C5-92AB-925EE92AEE06}">
      <dgm:prSet/>
      <dgm:spPr/>
      <dgm:t>
        <a:bodyPr/>
        <a:lstStyle/>
        <a:p>
          <a:endParaRPr lang="pl-PL"/>
        </a:p>
      </dgm:t>
    </dgm:pt>
    <dgm:pt modelId="{0869519E-9737-4AAC-904F-D7863678EFB2}" type="sibTrans" cxnId="{ACCF4224-322B-41C5-92AB-925EE92AEE06}">
      <dgm:prSet/>
      <dgm:spPr/>
      <dgm:t>
        <a:bodyPr/>
        <a:lstStyle/>
        <a:p>
          <a:endParaRPr lang="pl-PL"/>
        </a:p>
      </dgm:t>
    </dgm:pt>
    <dgm:pt modelId="{FFDB60BF-0A54-4AED-9E2B-A10EB58F21E0}">
      <dgm:prSet/>
      <dgm:spPr/>
      <dgm:t>
        <a:bodyPr/>
        <a:lstStyle/>
        <a:p>
          <a:r>
            <a:rPr lang="en-US"/>
            <a:t>Gender</a:t>
          </a:r>
          <a:endParaRPr lang="pl-PL"/>
        </a:p>
      </dgm:t>
    </dgm:pt>
    <dgm:pt modelId="{0F658C9A-FF8A-4D50-A5F3-B2AA94497764}" type="parTrans" cxnId="{6557ABFE-9425-4BC9-B3B5-B6CE6CE333D1}">
      <dgm:prSet/>
      <dgm:spPr/>
      <dgm:t>
        <a:bodyPr/>
        <a:lstStyle/>
        <a:p>
          <a:endParaRPr lang="pl-PL"/>
        </a:p>
      </dgm:t>
    </dgm:pt>
    <dgm:pt modelId="{467038E2-9896-4B60-8F16-B72F0B8C7E0D}" type="sibTrans" cxnId="{6557ABFE-9425-4BC9-B3B5-B6CE6CE333D1}">
      <dgm:prSet/>
      <dgm:spPr/>
      <dgm:t>
        <a:bodyPr/>
        <a:lstStyle/>
        <a:p>
          <a:endParaRPr lang="pl-PL"/>
        </a:p>
      </dgm:t>
    </dgm:pt>
    <dgm:pt modelId="{A66515D6-A930-4561-B2D2-BF47CC251835}">
      <dgm:prSet/>
      <dgm:spPr/>
      <dgm:t>
        <a:bodyPr/>
        <a:lstStyle/>
        <a:p>
          <a:r>
            <a:rPr lang="pl-PL"/>
            <a:t>L</a:t>
          </a:r>
          <a:r>
            <a:rPr lang="en-US"/>
            <a:t>oyalty_member</a:t>
          </a:r>
          <a:endParaRPr lang="pl-PL"/>
        </a:p>
      </dgm:t>
    </dgm:pt>
    <dgm:pt modelId="{DF570E83-C099-4A69-9085-FD7642ADF524}" type="parTrans" cxnId="{CF780525-9D06-444A-8FE5-CBA91C726ADF}">
      <dgm:prSet/>
      <dgm:spPr/>
      <dgm:t>
        <a:bodyPr/>
        <a:lstStyle/>
        <a:p>
          <a:endParaRPr lang="pl-PL"/>
        </a:p>
      </dgm:t>
    </dgm:pt>
    <dgm:pt modelId="{BAB5EB55-C9F0-4A12-B7F8-9299369F0988}" type="sibTrans" cxnId="{CF780525-9D06-444A-8FE5-CBA91C726ADF}">
      <dgm:prSet/>
      <dgm:spPr/>
      <dgm:t>
        <a:bodyPr/>
        <a:lstStyle/>
        <a:p>
          <a:endParaRPr lang="pl-PL"/>
        </a:p>
      </dgm:t>
    </dgm:pt>
    <dgm:pt modelId="{884CD38B-D23E-424F-8AD6-99BDF9C923F5}">
      <dgm:prSet/>
      <dgm:spPr/>
      <dgm:t>
        <a:bodyPr/>
        <a:lstStyle/>
        <a:p>
          <a:r>
            <a:rPr lang="pl-PL"/>
            <a:t>J</a:t>
          </a:r>
          <a:r>
            <a:rPr lang="en-US"/>
            <a:t>oin_date</a:t>
          </a:r>
          <a:endParaRPr lang="pl-PL"/>
        </a:p>
      </dgm:t>
    </dgm:pt>
    <dgm:pt modelId="{4EF95101-B464-4D47-997E-07A5A1F0FCEB}" type="parTrans" cxnId="{B519A37F-A4F6-4559-A47D-EFACAFA2E372}">
      <dgm:prSet/>
      <dgm:spPr/>
      <dgm:t>
        <a:bodyPr/>
        <a:lstStyle/>
        <a:p>
          <a:endParaRPr lang="pl-PL"/>
        </a:p>
      </dgm:t>
    </dgm:pt>
    <dgm:pt modelId="{4CCBF575-9474-4193-9973-BF75571044C2}" type="sibTrans" cxnId="{B519A37F-A4F6-4559-A47D-EFACAFA2E372}">
      <dgm:prSet/>
      <dgm:spPr/>
      <dgm:t>
        <a:bodyPr/>
        <a:lstStyle/>
        <a:p>
          <a:endParaRPr lang="pl-PL"/>
        </a:p>
      </dgm:t>
    </dgm:pt>
    <dgm:pt modelId="{3F5B5B27-B216-4CB3-8D94-867B3BF719DC}">
      <dgm:prSet/>
      <dgm:spPr/>
      <dgm:t>
        <a:bodyPr/>
        <a:lstStyle/>
        <a:p>
          <a:r>
            <a:rPr lang="pl-PL"/>
            <a:t>Store</a:t>
          </a:r>
        </a:p>
      </dgm:t>
    </dgm:pt>
    <dgm:pt modelId="{6FD5A97D-2A0A-4A0B-8CCA-A4E65EF49425}" type="parTrans" cxnId="{F8F4A7D6-50FB-4483-9952-869041B9A02C}">
      <dgm:prSet/>
      <dgm:spPr/>
      <dgm:t>
        <a:bodyPr/>
        <a:lstStyle/>
        <a:p>
          <a:endParaRPr lang="pl-PL"/>
        </a:p>
      </dgm:t>
    </dgm:pt>
    <dgm:pt modelId="{646CDC80-0A39-41F4-AD25-62D119290169}" type="sibTrans" cxnId="{F8F4A7D6-50FB-4483-9952-869041B9A02C}">
      <dgm:prSet/>
      <dgm:spPr/>
      <dgm:t>
        <a:bodyPr/>
        <a:lstStyle/>
        <a:p>
          <a:endParaRPr lang="pl-PL"/>
        </a:p>
      </dgm:t>
    </dgm:pt>
    <dgm:pt modelId="{2890F78C-AF1F-4437-92BC-897055E02591}">
      <dgm:prSet/>
      <dgm:spPr/>
      <dgm:t>
        <a:bodyPr/>
        <a:lstStyle/>
        <a:p>
          <a:r>
            <a:rPr lang="pl-PL"/>
            <a:t>S</a:t>
          </a:r>
          <a:r>
            <a:rPr lang="en-US"/>
            <a:t>tore_name</a:t>
          </a:r>
          <a:endParaRPr lang="pl-PL"/>
        </a:p>
      </dgm:t>
    </dgm:pt>
    <dgm:pt modelId="{E6E9ACB0-F76A-40E4-85EC-8FCD81E099E8}" type="parTrans" cxnId="{353ED091-E6A1-475E-A040-A0BD4DBE25F5}">
      <dgm:prSet/>
      <dgm:spPr/>
      <dgm:t>
        <a:bodyPr/>
        <a:lstStyle/>
        <a:p>
          <a:endParaRPr lang="pl-PL"/>
        </a:p>
      </dgm:t>
    </dgm:pt>
    <dgm:pt modelId="{A0D1F73F-566B-4544-8863-6889ADBD12F5}" type="sibTrans" cxnId="{353ED091-E6A1-475E-A040-A0BD4DBE25F5}">
      <dgm:prSet/>
      <dgm:spPr/>
      <dgm:t>
        <a:bodyPr/>
        <a:lstStyle/>
        <a:p>
          <a:endParaRPr lang="pl-PL"/>
        </a:p>
      </dgm:t>
    </dgm:pt>
    <dgm:pt modelId="{9D2A9245-615B-44CF-A7BA-C4F1939A27CA}">
      <dgm:prSet/>
      <dgm:spPr/>
      <dgm:t>
        <a:bodyPr/>
        <a:lstStyle/>
        <a:p>
          <a:r>
            <a:rPr lang="pl-PL"/>
            <a:t>C</a:t>
          </a:r>
          <a:r>
            <a:rPr lang="en-US"/>
            <a:t>ity</a:t>
          </a:r>
          <a:endParaRPr lang="pl-PL"/>
        </a:p>
      </dgm:t>
    </dgm:pt>
    <dgm:pt modelId="{A7378AD2-885A-4E1B-B529-591DA9087C90}" type="parTrans" cxnId="{6AAFF0AA-3EDA-4BBB-9C43-2E75E85D467E}">
      <dgm:prSet/>
      <dgm:spPr/>
      <dgm:t>
        <a:bodyPr/>
        <a:lstStyle/>
        <a:p>
          <a:endParaRPr lang="pl-PL"/>
        </a:p>
      </dgm:t>
    </dgm:pt>
    <dgm:pt modelId="{106CAB82-964E-4258-9A26-810169A13A52}" type="sibTrans" cxnId="{6AAFF0AA-3EDA-4BBB-9C43-2E75E85D467E}">
      <dgm:prSet/>
      <dgm:spPr/>
      <dgm:t>
        <a:bodyPr/>
        <a:lstStyle/>
        <a:p>
          <a:endParaRPr lang="pl-PL"/>
        </a:p>
      </dgm:t>
    </dgm:pt>
    <dgm:pt modelId="{C18638D2-293D-4335-A7AD-78FDC9CCF112}">
      <dgm:prSet/>
      <dgm:spPr/>
      <dgm:t>
        <a:bodyPr/>
        <a:lstStyle/>
        <a:p>
          <a:r>
            <a:rPr lang="pl-PL"/>
            <a:t>C</a:t>
          </a:r>
          <a:r>
            <a:rPr lang="en-US"/>
            <a:t>ountry</a:t>
          </a:r>
          <a:endParaRPr lang="pl-PL"/>
        </a:p>
      </dgm:t>
    </dgm:pt>
    <dgm:pt modelId="{6E925AD3-7459-4037-906B-B488A6CA4068}" type="parTrans" cxnId="{65DEAEBD-C6CA-408A-A81F-FF2AA5BDEC33}">
      <dgm:prSet/>
      <dgm:spPr/>
      <dgm:t>
        <a:bodyPr/>
        <a:lstStyle/>
        <a:p>
          <a:endParaRPr lang="pl-PL"/>
        </a:p>
      </dgm:t>
    </dgm:pt>
    <dgm:pt modelId="{C7BC15FE-8123-43CB-A61F-1472F09A3408}" type="sibTrans" cxnId="{65DEAEBD-C6CA-408A-A81F-FF2AA5BDEC33}">
      <dgm:prSet/>
      <dgm:spPr/>
      <dgm:t>
        <a:bodyPr/>
        <a:lstStyle/>
        <a:p>
          <a:endParaRPr lang="pl-PL"/>
        </a:p>
      </dgm:t>
    </dgm:pt>
    <dgm:pt modelId="{90084AC3-802C-4E4F-A9A3-573DC3C0F1C6}">
      <dgm:prSet/>
      <dgm:spPr/>
      <dgm:t>
        <a:bodyPr/>
        <a:lstStyle/>
        <a:p>
          <a:r>
            <a:rPr lang="pl-PL"/>
            <a:t>S</a:t>
          </a:r>
          <a:r>
            <a:rPr lang="en-US"/>
            <a:t>tore_type</a:t>
          </a:r>
          <a:endParaRPr lang="pl-PL"/>
        </a:p>
      </dgm:t>
    </dgm:pt>
    <dgm:pt modelId="{2951B8EF-BE33-4A51-9074-F357E113DBC9}" type="parTrans" cxnId="{B263978F-F422-4360-9D24-BB67D20A5F80}">
      <dgm:prSet/>
      <dgm:spPr/>
      <dgm:t>
        <a:bodyPr/>
        <a:lstStyle/>
        <a:p>
          <a:endParaRPr lang="pl-PL"/>
        </a:p>
      </dgm:t>
    </dgm:pt>
    <dgm:pt modelId="{16DA1386-62F9-42DC-AFAF-8F8D183C23AE}" type="sibTrans" cxnId="{B263978F-F422-4360-9D24-BB67D20A5F80}">
      <dgm:prSet/>
      <dgm:spPr/>
      <dgm:t>
        <a:bodyPr/>
        <a:lstStyle/>
        <a:p>
          <a:endParaRPr lang="pl-PL"/>
        </a:p>
      </dgm:t>
    </dgm:pt>
    <dgm:pt modelId="{5E4A1E9C-38BC-4BE0-9055-CA5C55301D3C}" type="pres">
      <dgm:prSet presAssocID="{E1DC17F2-DB14-47AC-99DE-08078A0B2B40}" presName="Name0" presStyleCnt="0">
        <dgm:presLayoutVars>
          <dgm:dir/>
          <dgm:animLvl val="lvl"/>
          <dgm:resizeHandles val="exact"/>
        </dgm:presLayoutVars>
      </dgm:prSet>
      <dgm:spPr/>
    </dgm:pt>
    <dgm:pt modelId="{7FA3D4A0-5981-4D69-B7E3-B2237632ED0B}" type="pres">
      <dgm:prSet presAssocID="{D56D50CF-F183-40C6-8315-4C5B9FA75586}" presName="composite" presStyleCnt="0"/>
      <dgm:spPr/>
    </dgm:pt>
    <dgm:pt modelId="{093D6D6E-D987-4EFC-B77C-01ECA5C1883B}" type="pres">
      <dgm:prSet presAssocID="{D56D50CF-F183-40C6-8315-4C5B9FA75586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554492C7-543A-4771-B64A-62542144AD3D}" type="pres">
      <dgm:prSet presAssocID="{D56D50CF-F183-40C6-8315-4C5B9FA75586}" presName="desTx" presStyleLbl="alignAccFollowNode1" presStyleIdx="0" presStyleCnt="4">
        <dgm:presLayoutVars>
          <dgm:bulletEnabled val="1"/>
        </dgm:presLayoutVars>
      </dgm:prSet>
      <dgm:spPr/>
    </dgm:pt>
    <dgm:pt modelId="{E978BFEB-2510-4219-A1A4-4BC442F497AA}" type="pres">
      <dgm:prSet presAssocID="{585A0C36-F1E9-42E7-8B7C-4ACD76EA94E9}" presName="space" presStyleCnt="0"/>
      <dgm:spPr/>
    </dgm:pt>
    <dgm:pt modelId="{405DD061-DB27-445B-BF95-B9AEB550018D}" type="pres">
      <dgm:prSet presAssocID="{0816F561-4F14-431C-ABB8-EC00E50BE1AF}" presName="composite" presStyleCnt="0"/>
      <dgm:spPr/>
    </dgm:pt>
    <dgm:pt modelId="{CE91BE58-4829-4050-B722-A8D352D6EEE2}" type="pres">
      <dgm:prSet presAssocID="{0816F561-4F14-431C-ABB8-EC00E50BE1AF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B3606407-93A8-4BC9-8CB6-CA37D797C14A}" type="pres">
      <dgm:prSet presAssocID="{0816F561-4F14-431C-ABB8-EC00E50BE1AF}" presName="desTx" presStyleLbl="alignAccFollowNode1" presStyleIdx="1" presStyleCnt="4">
        <dgm:presLayoutVars>
          <dgm:bulletEnabled val="1"/>
        </dgm:presLayoutVars>
      </dgm:prSet>
      <dgm:spPr/>
    </dgm:pt>
    <dgm:pt modelId="{834A63EB-E164-46FE-B2A3-897D23A32554}" type="pres">
      <dgm:prSet presAssocID="{D4D13DAD-2C0F-4935-BB11-0EC9561ABE39}" presName="space" presStyleCnt="0"/>
      <dgm:spPr/>
    </dgm:pt>
    <dgm:pt modelId="{30488762-3D6C-46B4-844F-F2EDA92F2D48}" type="pres">
      <dgm:prSet presAssocID="{E85EAF2B-2517-43D7-B00D-59D45C51AE73}" presName="composite" presStyleCnt="0"/>
      <dgm:spPr/>
    </dgm:pt>
    <dgm:pt modelId="{2C6D201A-FF5D-427B-B228-9376EB1002B5}" type="pres">
      <dgm:prSet presAssocID="{E85EAF2B-2517-43D7-B00D-59D45C51AE73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F11A65CE-66FC-4BA7-8736-C1FF0DD75D0E}" type="pres">
      <dgm:prSet presAssocID="{E85EAF2B-2517-43D7-B00D-59D45C51AE73}" presName="desTx" presStyleLbl="alignAccFollowNode1" presStyleIdx="2" presStyleCnt="4">
        <dgm:presLayoutVars>
          <dgm:bulletEnabled val="1"/>
        </dgm:presLayoutVars>
      </dgm:prSet>
      <dgm:spPr/>
    </dgm:pt>
    <dgm:pt modelId="{84F3BDD5-F804-4905-80A4-53EAEFE59920}" type="pres">
      <dgm:prSet presAssocID="{6764937F-42AE-4459-94D5-58D8B8C340F7}" presName="space" presStyleCnt="0"/>
      <dgm:spPr/>
    </dgm:pt>
    <dgm:pt modelId="{29A1E067-E129-4110-A3D2-4F9A3E970EDC}" type="pres">
      <dgm:prSet presAssocID="{3F5B5B27-B216-4CB3-8D94-867B3BF719DC}" presName="composite" presStyleCnt="0"/>
      <dgm:spPr/>
    </dgm:pt>
    <dgm:pt modelId="{F92A8ADF-D327-4272-ADCE-663F8FEC353B}" type="pres">
      <dgm:prSet presAssocID="{3F5B5B27-B216-4CB3-8D94-867B3BF719DC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0CAFB1F6-45C9-427D-91E5-2DAB103625F3}" type="pres">
      <dgm:prSet presAssocID="{3F5B5B27-B216-4CB3-8D94-867B3BF719DC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C0DC3311-C134-4F6D-A46E-EC48C25D37BD}" srcId="{D56D50CF-F183-40C6-8315-4C5B9FA75586}" destId="{9A40AF07-363B-426C-BA31-E252C0EDF87A}" srcOrd="1" destOrd="0" parTransId="{263E8201-0FE2-42F4-8B7D-26725633D63C}" sibTransId="{29C6B722-AAD4-4194-90C9-31B407E94F31}"/>
    <dgm:cxn modelId="{A7210414-815A-4291-AD62-56C1842E89C1}" type="presOf" srcId="{90562BA6-6D92-4BE5-8584-1065BF1F6552}" destId="{554492C7-543A-4771-B64A-62542144AD3D}" srcOrd="0" destOrd="4" presId="urn:microsoft.com/office/officeart/2005/8/layout/hList1"/>
    <dgm:cxn modelId="{F9955C14-1066-4E4F-A562-4C1B1ACE0CA4}" srcId="{D56D50CF-F183-40C6-8315-4C5B9FA75586}" destId="{1609B469-8297-44F3-9DD2-1EFCB841D6F3}" srcOrd="0" destOrd="0" parTransId="{E75AF5DF-68D9-4320-8730-BA88AF5DD897}" sibTransId="{FF35190D-C28F-4E51-B593-B1D7921C1314}"/>
    <dgm:cxn modelId="{03DD961B-CF4E-4A59-9C85-437A7BA936A7}" srcId="{0816F561-4F14-431C-ABB8-EC00E50BE1AF}" destId="{61A908E6-47D5-4080-8A05-64313EFA8F32}" srcOrd="0" destOrd="0" parTransId="{BD2ACCD5-B710-4455-B009-E01219979ACC}" sibTransId="{E3670079-CFCD-4484-B0AA-C03EDD9F9697}"/>
    <dgm:cxn modelId="{BEA1B822-91DE-4BA0-9E4B-2665065970B9}" srcId="{D56D50CF-F183-40C6-8315-4C5B9FA75586}" destId="{90562BA6-6D92-4BE5-8584-1065BF1F6552}" srcOrd="4" destOrd="0" parTransId="{B12FA088-459E-4632-9B0C-BC9062352BD7}" sibTransId="{C7258DBA-5C06-42FC-8BAC-043004167185}"/>
    <dgm:cxn modelId="{ACCF4224-322B-41C5-92AB-925EE92AEE06}" srcId="{E85EAF2B-2517-43D7-B00D-59D45C51AE73}" destId="{FB41DFDD-1E25-42C4-8AF9-29D9FD30AC1E}" srcOrd="0" destOrd="0" parTransId="{56B7E340-AEAB-4B1E-BF0A-F9226ED3AB20}" sibTransId="{0869519E-9737-4AAC-904F-D7863678EFB2}"/>
    <dgm:cxn modelId="{CF780525-9D06-444A-8FE5-CBA91C726ADF}" srcId="{E85EAF2B-2517-43D7-B00D-59D45C51AE73}" destId="{A66515D6-A930-4561-B2D2-BF47CC251835}" srcOrd="2" destOrd="0" parTransId="{DF570E83-C099-4A69-9085-FD7642ADF524}" sibTransId="{BAB5EB55-C9F0-4A12-B7F8-9299369F0988}"/>
    <dgm:cxn modelId="{302D5A30-C560-4720-A699-D6FCE0B91537}" type="presOf" srcId="{BDA375AB-4B4B-4B5D-B22E-EE904715F138}" destId="{554492C7-543A-4771-B64A-62542144AD3D}" srcOrd="0" destOrd="3" presId="urn:microsoft.com/office/officeart/2005/8/layout/hList1"/>
    <dgm:cxn modelId="{A7309732-D9AA-4B52-880D-6B8F5E44007B}" srcId="{D56D50CF-F183-40C6-8315-4C5B9FA75586}" destId="{BDA375AB-4B4B-4B5D-B22E-EE904715F138}" srcOrd="3" destOrd="0" parTransId="{CC66415D-8256-467A-B0F4-64AE6EF8F9B9}" sibTransId="{BDB0DB11-F9AB-4D10-91FC-66F6E03787ED}"/>
    <dgm:cxn modelId="{38537A37-A96A-4650-AE45-882D48CF3D62}" type="presOf" srcId="{61A908E6-47D5-4080-8A05-64313EFA8F32}" destId="{B3606407-93A8-4BC9-8CB6-CA37D797C14A}" srcOrd="0" destOrd="0" presId="urn:microsoft.com/office/officeart/2005/8/layout/hList1"/>
    <dgm:cxn modelId="{DC7CA340-7996-4078-98D8-FA141B52106C}" type="presOf" srcId="{C18638D2-293D-4335-A7AD-78FDC9CCF112}" destId="{0CAFB1F6-45C9-427D-91E5-2DAB103625F3}" srcOrd="0" destOrd="2" presId="urn:microsoft.com/office/officeart/2005/8/layout/hList1"/>
    <dgm:cxn modelId="{CC45F35F-0653-491A-8B68-EE822FAF5E5C}" type="presOf" srcId="{9A6379C8-600D-46AA-AD46-CDF64FBE6C58}" destId="{554492C7-543A-4771-B64A-62542144AD3D}" srcOrd="0" destOrd="2" presId="urn:microsoft.com/office/officeart/2005/8/layout/hList1"/>
    <dgm:cxn modelId="{9DD40661-865A-4081-A598-FDB19500C5EF}" type="presOf" srcId="{884CD38B-D23E-424F-8AD6-99BDF9C923F5}" destId="{F11A65CE-66FC-4BA7-8736-C1FF0DD75D0E}" srcOrd="0" destOrd="3" presId="urn:microsoft.com/office/officeart/2005/8/layout/hList1"/>
    <dgm:cxn modelId="{F467416A-DD99-4740-BADD-DE2EE76CF375}" type="presOf" srcId="{4674CDAE-5ABE-4BEC-AF25-F6FFC9227FF9}" destId="{B3606407-93A8-4BC9-8CB6-CA37D797C14A}" srcOrd="0" destOrd="4" presId="urn:microsoft.com/office/officeart/2005/8/layout/hList1"/>
    <dgm:cxn modelId="{EA682959-E1EF-46AB-A9CE-85DBB5E6214A}" type="presOf" srcId="{FFDB60BF-0A54-4AED-9E2B-A10EB58F21E0}" destId="{F11A65CE-66FC-4BA7-8736-C1FF0DD75D0E}" srcOrd="0" destOrd="1" presId="urn:microsoft.com/office/officeart/2005/8/layout/hList1"/>
    <dgm:cxn modelId="{9732DD7B-8B33-4464-A20A-D6BF267D7F37}" type="presOf" srcId="{1609B469-8297-44F3-9DD2-1EFCB841D6F3}" destId="{554492C7-543A-4771-B64A-62542144AD3D}" srcOrd="0" destOrd="0" presId="urn:microsoft.com/office/officeart/2005/8/layout/hList1"/>
    <dgm:cxn modelId="{AF5D007C-CBA7-4AA2-A8BA-06977003BAA5}" srcId="{E1DC17F2-DB14-47AC-99DE-08078A0B2B40}" destId="{D56D50CF-F183-40C6-8315-4C5B9FA75586}" srcOrd="0" destOrd="0" parTransId="{AA4F9521-CEEF-4D53-8ED4-F38EBBC9AD06}" sibTransId="{585A0C36-F1E9-42E7-8B7C-4ACD76EA94E9}"/>
    <dgm:cxn modelId="{FE78A27D-400F-4A1E-AA40-32FA623B460B}" type="presOf" srcId="{2890F78C-AF1F-4437-92BC-897055E02591}" destId="{0CAFB1F6-45C9-427D-91E5-2DAB103625F3}" srcOrd="0" destOrd="0" presId="urn:microsoft.com/office/officeart/2005/8/layout/hList1"/>
    <dgm:cxn modelId="{B519A37F-A4F6-4559-A47D-EFACAFA2E372}" srcId="{E85EAF2B-2517-43D7-B00D-59D45C51AE73}" destId="{884CD38B-D23E-424F-8AD6-99BDF9C923F5}" srcOrd="3" destOrd="0" parTransId="{4EF95101-B464-4D47-997E-07A5A1F0FCEB}" sibTransId="{4CCBF575-9474-4193-9973-BF75571044C2}"/>
    <dgm:cxn modelId="{8527A983-6875-43B8-A438-C88B0226207F}" type="presOf" srcId="{E5B735CC-DAC1-42EA-99E3-3E3DD6A8121F}" destId="{B3606407-93A8-4BC9-8CB6-CA37D797C14A}" srcOrd="0" destOrd="1" presId="urn:microsoft.com/office/officeart/2005/8/layout/hList1"/>
    <dgm:cxn modelId="{ABA37986-1064-4EBA-B4ED-3EEAC003D30B}" srcId="{0816F561-4F14-431C-ABB8-EC00E50BE1AF}" destId="{01C50C17-C689-4D57-AC05-EEED32CAC9F4}" srcOrd="5" destOrd="0" parTransId="{92FEF5FF-6B99-42E0-AC08-C998429A06BA}" sibTransId="{289A00FE-A1B6-4E20-9B96-8D6FC144A9EE}"/>
    <dgm:cxn modelId="{14ACE786-A2D3-49D6-8E0A-1798E386861D}" type="presOf" srcId="{EDF869B8-7BD5-4696-BF98-28B7E93C09AD}" destId="{B3606407-93A8-4BC9-8CB6-CA37D797C14A}" srcOrd="0" destOrd="2" presId="urn:microsoft.com/office/officeart/2005/8/layout/hList1"/>
    <dgm:cxn modelId="{ED27BA8D-CC66-497E-9846-F3E53F20D44E}" type="presOf" srcId="{D56D50CF-F183-40C6-8315-4C5B9FA75586}" destId="{093D6D6E-D987-4EFC-B77C-01ECA5C1883B}" srcOrd="0" destOrd="0" presId="urn:microsoft.com/office/officeart/2005/8/layout/hList1"/>
    <dgm:cxn modelId="{B263978F-F422-4360-9D24-BB67D20A5F80}" srcId="{3F5B5B27-B216-4CB3-8D94-867B3BF719DC}" destId="{90084AC3-802C-4E4F-A9A3-573DC3C0F1C6}" srcOrd="3" destOrd="0" parTransId="{2951B8EF-BE33-4A51-9074-F357E113DBC9}" sibTransId="{16DA1386-62F9-42DC-AFAF-8F8D183C23AE}"/>
    <dgm:cxn modelId="{353ED091-E6A1-475E-A040-A0BD4DBE25F5}" srcId="{3F5B5B27-B216-4CB3-8D94-867B3BF719DC}" destId="{2890F78C-AF1F-4437-92BC-897055E02591}" srcOrd="0" destOrd="0" parTransId="{E6E9ACB0-F76A-40E4-85EC-8FCD81E099E8}" sibTransId="{A0D1F73F-566B-4544-8863-6889ADBD12F5}"/>
    <dgm:cxn modelId="{16307692-3937-4B5B-9B22-89EA8392333F}" srcId="{0816F561-4F14-431C-ABB8-EC00E50BE1AF}" destId="{B58F845D-7BB8-4C94-AA85-C540B3F8E423}" srcOrd="3" destOrd="0" parTransId="{906B67B9-7672-46D9-B50A-3DE55A6C0466}" sibTransId="{7A469149-5A6C-4CB1-9824-D842B6779E0C}"/>
    <dgm:cxn modelId="{02726294-7E8D-4C11-BF13-5E2AD21C64BE}" type="presOf" srcId="{9A40AF07-363B-426C-BA31-E252C0EDF87A}" destId="{554492C7-543A-4771-B64A-62542144AD3D}" srcOrd="0" destOrd="1" presId="urn:microsoft.com/office/officeart/2005/8/layout/hList1"/>
    <dgm:cxn modelId="{8ABEEC97-FA62-49F1-BB91-1BD9D80EEF4B}" type="presOf" srcId="{E1DC17F2-DB14-47AC-99DE-08078A0B2B40}" destId="{5E4A1E9C-38BC-4BE0-9055-CA5C55301D3C}" srcOrd="0" destOrd="0" presId="urn:microsoft.com/office/officeart/2005/8/layout/hList1"/>
    <dgm:cxn modelId="{ED9E829C-3121-496A-A081-1C20040AEE01}" srcId="{0816F561-4F14-431C-ABB8-EC00E50BE1AF}" destId="{EDF869B8-7BD5-4696-BF98-28B7E93C09AD}" srcOrd="2" destOrd="0" parTransId="{12CDDF40-1A70-486E-9DBC-F8C217900FE3}" sibTransId="{CDD86B1F-438E-429E-86C2-D8A6F9FED908}"/>
    <dgm:cxn modelId="{6AAFF0AA-3EDA-4BBB-9C43-2E75E85D467E}" srcId="{3F5B5B27-B216-4CB3-8D94-867B3BF719DC}" destId="{9D2A9245-615B-44CF-A7BA-C4F1939A27CA}" srcOrd="1" destOrd="0" parTransId="{A7378AD2-885A-4E1B-B529-591DA9087C90}" sibTransId="{106CAB82-964E-4258-9A26-810169A13A52}"/>
    <dgm:cxn modelId="{D718DFAC-9B7B-42C9-A1D0-108F07BB0264}" type="presOf" srcId="{3F5B5B27-B216-4CB3-8D94-867B3BF719DC}" destId="{F92A8ADF-D327-4272-ADCE-663F8FEC353B}" srcOrd="0" destOrd="0" presId="urn:microsoft.com/office/officeart/2005/8/layout/hList1"/>
    <dgm:cxn modelId="{F7A3B2B0-9C05-4F9F-9BD0-DE2709B3E3DF}" srcId="{0816F561-4F14-431C-ABB8-EC00E50BE1AF}" destId="{E5B735CC-DAC1-42EA-99E3-3E3DD6A8121F}" srcOrd="1" destOrd="0" parTransId="{9DE1D905-918F-4074-ADA7-D22DCC377E47}" sibTransId="{64A9B95C-37DE-448F-82BD-DA412B2DFC7B}"/>
    <dgm:cxn modelId="{6F2D1DB4-720F-4A9B-AA0D-2B66CC79882D}" type="presOf" srcId="{A66515D6-A930-4561-B2D2-BF47CC251835}" destId="{F11A65CE-66FC-4BA7-8736-C1FF0DD75D0E}" srcOrd="0" destOrd="2" presId="urn:microsoft.com/office/officeart/2005/8/layout/hList1"/>
    <dgm:cxn modelId="{754288BB-9C1A-4CAC-B946-48DE75FABE95}" srcId="{0816F561-4F14-431C-ABB8-EC00E50BE1AF}" destId="{4674CDAE-5ABE-4BEC-AF25-F6FFC9227FF9}" srcOrd="4" destOrd="0" parTransId="{A6A1AAC3-7378-48E7-815F-95286852831C}" sibTransId="{2B10E11F-AEDE-427C-9F27-49F72E6D4E7F}"/>
    <dgm:cxn modelId="{65DEAEBD-C6CA-408A-A81F-FF2AA5BDEC33}" srcId="{3F5B5B27-B216-4CB3-8D94-867B3BF719DC}" destId="{C18638D2-293D-4335-A7AD-78FDC9CCF112}" srcOrd="2" destOrd="0" parTransId="{6E925AD3-7459-4037-906B-B488A6CA4068}" sibTransId="{C7BC15FE-8123-43CB-A61F-1472F09A3408}"/>
    <dgm:cxn modelId="{06A74BCB-E229-4D87-BB7A-61414DF203FD}" type="presOf" srcId="{0816F561-4F14-431C-ABB8-EC00E50BE1AF}" destId="{CE91BE58-4829-4050-B722-A8D352D6EEE2}" srcOrd="0" destOrd="0" presId="urn:microsoft.com/office/officeart/2005/8/layout/hList1"/>
    <dgm:cxn modelId="{31DFE9CD-41D8-4ECE-B82A-858550B5C382}" type="presOf" srcId="{01C50C17-C689-4D57-AC05-EEED32CAC9F4}" destId="{B3606407-93A8-4BC9-8CB6-CA37D797C14A}" srcOrd="0" destOrd="5" presId="urn:microsoft.com/office/officeart/2005/8/layout/hList1"/>
    <dgm:cxn modelId="{C12D11D5-415D-4E37-B29C-535A866496B7}" type="presOf" srcId="{90084AC3-802C-4E4F-A9A3-573DC3C0F1C6}" destId="{0CAFB1F6-45C9-427D-91E5-2DAB103625F3}" srcOrd="0" destOrd="3" presId="urn:microsoft.com/office/officeart/2005/8/layout/hList1"/>
    <dgm:cxn modelId="{F8F4A7D6-50FB-4483-9952-869041B9A02C}" srcId="{E1DC17F2-DB14-47AC-99DE-08078A0B2B40}" destId="{3F5B5B27-B216-4CB3-8D94-867B3BF719DC}" srcOrd="3" destOrd="0" parTransId="{6FD5A97D-2A0A-4A0B-8CCA-A4E65EF49425}" sibTransId="{646CDC80-0A39-41F4-AD25-62D119290169}"/>
    <dgm:cxn modelId="{FCA7CCD6-254F-4919-BCE1-C424F667FEAA}" type="presOf" srcId="{9D2A9245-615B-44CF-A7BA-C4F1939A27CA}" destId="{0CAFB1F6-45C9-427D-91E5-2DAB103625F3}" srcOrd="0" destOrd="1" presId="urn:microsoft.com/office/officeart/2005/8/layout/hList1"/>
    <dgm:cxn modelId="{EC09FCDC-9C76-4CB0-AE00-B5BAE106D625}" type="presOf" srcId="{E85EAF2B-2517-43D7-B00D-59D45C51AE73}" destId="{2C6D201A-FF5D-427B-B228-9376EB1002B5}" srcOrd="0" destOrd="0" presId="urn:microsoft.com/office/officeart/2005/8/layout/hList1"/>
    <dgm:cxn modelId="{14339AEB-4C29-4CF6-AFF2-452855339F46}" srcId="{E1DC17F2-DB14-47AC-99DE-08078A0B2B40}" destId="{E85EAF2B-2517-43D7-B00D-59D45C51AE73}" srcOrd="2" destOrd="0" parTransId="{739C991B-CDC8-4F96-9DB8-19F1317B1B6C}" sibTransId="{6764937F-42AE-4459-94D5-58D8B8C340F7}"/>
    <dgm:cxn modelId="{7B7957F0-9A69-4761-B1C1-FDBD059FC271}" srcId="{D56D50CF-F183-40C6-8315-4C5B9FA75586}" destId="{9A6379C8-600D-46AA-AD46-CDF64FBE6C58}" srcOrd="2" destOrd="0" parTransId="{037E5D6F-4A0E-4C42-9723-E49E53D45D2C}" sibTransId="{88475F91-8918-4EBF-9A48-E2A76E3A0558}"/>
    <dgm:cxn modelId="{273132F4-5BFC-4AF2-B625-F89917641DB2}" type="presOf" srcId="{FB41DFDD-1E25-42C4-8AF9-29D9FD30AC1E}" destId="{F11A65CE-66FC-4BA7-8736-C1FF0DD75D0E}" srcOrd="0" destOrd="0" presId="urn:microsoft.com/office/officeart/2005/8/layout/hList1"/>
    <dgm:cxn modelId="{2F8B12FD-F22D-4085-95CB-107E024FD929}" srcId="{E1DC17F2-DB14-47AC-99DE-08078A0B2B40}" destId="{0816F561-4F14-431C-ABB8-EC00E50BE1AF}" srcOrd="1" destOrd="0" parTransId="{3F162018-00F1-4374-B823-C375FCE5E1AB}" sibTransId="{D4D13DAD-2C0F-4935-BB11-0EC9561ABE39}"/>
    <dgm:cxn modelId="{6557ABFE-9425-4BC9-B3B5-B6CE6CE333D1}" srcId="{E85EAF2B-2517-43D7-B00D-59D45C51AE73}" destId="{FFDB60BF-0A54-4AED-9E2B-A10EB58F21E0}" srcOrd="1" destOrd="0" parTransId="{0F658C9A-FF8A-4D50-A5F3-B2AA94497764}" sibTransId="{467038E2-9896-4B60-8F16-B72F0B8C7E0D}"/>
    <dgm:cxn modelId="{02EB37FF-455C-4443-97FC-3EBE8BDF587D}" type="presOf" srcId="{B58F845D-7BB8-4C94-AA85-C540B3F8E423}" destId="{B3606407-93A8-4BC9-8CB6-CA37D797C14A}" srcOrd="0" destOrd="3" presId="urn:microsoft.com/office/officeart/2005/8/layout/hList1"/>
    <dgm:cxn modelId="{BE6C578D-3A55-474F-ADA0-ABA4B6930B1A}" type="presParOf" srcId="{5E4A1E9C-38BC-4BE0-9055-CA5C55301D3C}" destId="{7FA3D4A0-5981-4D69-B7E3-B2237632ED0B}" srcOrd="0" destOrd="0" presId="urn:microsoft.com/office/officeart/2005/8/layout/hList1"/>
    <dgm:cxn modelId="{8C727679-7BAE-4A4D-8277-5055DB11C70B}" type="presParOf" srcId="{7FA3D4A0-5981-4D69-B7E3-B2237632ED0B}" destId="{093D6D6E-D987-4EFC-B77C-01ECA5C1883B}" srcOrd="0" destOrd="0" presId="urn:microsoft.com/office/officeart/2005/8/layout/hList1"/>
    <dgm:cxn modelId="{FA42D094-499D-4532-ABCA-0FD3326952B3}" type="presParOf" srcId="{7FA3D4A0-5981-4D69-B7E3-B2237632ED0B}" destId="{554492C7-543A-4771-B64A-62542144AD3D}" srcOrd="1" destOrd="0" presId="urn:microsoft.com/office/officeart/2005/8/layout/hList1"/>
    <dgm:cxn modelId="{81338DCD-6EDE-4C0D-B3E3-A7086870EB49}" type="presParOf" srcId="{5E4A1E9C-38BC-4BE0-9055-CA5C55301D3C}" destId="{E978BFEB-2510-4219-A1A4-4BC442F497AA}" srcOrd="1" destOrd="0" presId="urn:microsoft.com/office/officeart/2005/8/layout/hList1"/>
    <dgm:cxn modelId="{F17CFF48-928E-4686-BC57-A7F558B114C5}" type="presParOf" srcId="{5E4A1E9C-38BC-4BE0-9055-CA5C55301D3C}" destId="{405DD061-DB27-445B-BF95-B9AEB550018D}" srcOrd="2" destOrd="0" presId="urn:microsoft.com/office/officeart/2005/8/layout/hList1"/>
    <dgm:cxn modelId="{9468E41F-0C0C-44B8-AAAE-F05E6B7DA46A}" type="presParOf" srcId="{405DD061-DB27-445B-BF95-B9AEB550018D}" destId="{CE91BE58-4829-4050-B722-A8D352D6EEE2}" srcOrd="0" destOrd="0" presId="urn:microsoft.com/office/officeart/2005/8/layout/hList1"/>
    <dgm:cxn modelId="{1750680D-273C-4740-91F6-A1DE2E6B17DA}" type="presParOf" srcId="{405DD061-DB27-445B-BF95-B9AEB550018D}" destId="{B3606407-93A8-4BC9-8CB6-CA37D797C14A}" srcOrd="1" destOrd="0" presId="urn:microsoft.com/office/officeart/2005/8/layout/hList1"/>
    <dgm:cxn modelId="{A33AFE08-DBC7-43AC-BAD4-EFBC27A4EA7B}" type="presParOf" srcId="{5E4A1E9C-38BC-4BE0-9055-CA5C55301D3C}" destId="{834A63EB-E164-46FE-B2A3-897D23A32554}" srcOrd="3" destOrd="0" presId="urn:microsoft.com/office/officeart/2005/8/layout/hList1"/>
    <dgm:cxn modelId="{A6D0C6D8-982B-4067-8042-E1C5E6E7042B}" type="presParOf" srcId="{5E4A1E9C-38BC-4BE0-9055-CA5C55301D3C}" destId="{30488762-3D6C-46B4-844F-F2EDA92F2D48}" srcOrd="4" destOrd="0" presId="urn:microsoft.com/office/officeart/2005/8/layout/hList1"/>
    <dgm:cxn modelId="{53064024-C4D1-4D3B-AEDE-EAF2E75BD797}" type="presParOf" srcId="{30488762-3D6C-46B4-844F-F2EDA92F2D48}" destId="{2C6D201A-FF5D-427B-B228-9376EB1002B5}" srcOrd="0" destOrd="0" presId="urn:microsoft.com/office/officeart/2005/8/layout/hList1"/>
    <dgm:cxn modelId="{9AF0F586-E028-4BC3-962C-00A530B89AFC}" type="presParOf" srcId="{30488762-3D6C-46B4-844F-F2EDA92F2D48}" destId="{F11A65CE-66FC-4BA7-8736-C1FF0DD75D0E}" srcOrd="1" destOrd="0" presId="urn:microsoft.com/office/officeart/2005/8/layout/hList1"/>
    <dgm:cxn modelId="{995F260A-8C29-4AB9-8D49-A1256C662094}" type="presParOf" srcId="{5E4A1E9C-38BC-4BE0-9055-CA5C55301D3C}" destId="{84F3BDD5-F804-4905-80A4-53EAEFE59920}" srcOrd="5" destOrd="0" presId="urn:microsoft.com/office/officeart/2005/8/layout/hList1"/>
    <dgm:cxn modelId="{A888D2F6-3712-45BE-9DE6-E86035E90D6E}" type="presParOf" srcId="{5E4A1E9C-38BC-4BE0-9055-CA5C55301D3C}" destId="{29A1E067-E129-4110-A3D2-4F9A3E970EDC}" srcOrd="6" destOrd="0" presId="urn:microsoft.com/office/officeart/2005/8/layout/hList1"/>
    <dgm:cxn modelId="{6D6564F9-7A0B-43FF-BA98-5034EDACB95E}" type="presParOf" srcId="{29A1E067-E129-4110-A3D2-4F9A3E970EDC}" destId="{F92A8ADF-D327-4272-ADCE-663F8FEC353B}" srcOrd="0" destOrd="0" presId="urn:microsoft.com/office/officeart/2005/8/layout/hList1"/>
    <dgm:cxn modelId="{57303A72-4A37-4F0A-A4B9-CC7C555926BA}" type="presParOf" srcId="{29A1E067-E129-4110-A3D2-4F9A3E970EDC}" destId="{0CAFB1F6-45C9-427D-91E5-2DAB103625F3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B09A4B-0EA6-471F-82ED-7432B43E84C8}">
      <dsp:nvSpPr>
        <dsp:cNvPr id="0" name=""/>
        <dsp:cNvSpPr/>
      </dsp:nvSpPr>
      <dsp:spPr>
        <a:xfrm>
          <a:off x="129763" y="1307984"/>
          <a:ext cx="779133" cy="77913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BD55AE-DE6C-40F8-84BC-1BC340F6A27B}">
      <dsp:nvSpPr>
        <dsp:cNvPr id="0" name=""/>
        <dsp:cNvSpPr/>
      </dsp:nvSpPr>
      <dsp:spPr>
        <a:xfrm>
          <a:off x="293381" y="1471602"/>
          <a:ext cx="451897" cy="4518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E25E1C-D1EC-4651-9302-C64A9CB0675A}">
      <dsp:nvSpPr>
        <dsp:cNvPr id="0" name=""/>
        <dsp:cNvSpPr/>
      </dsp:nvSpPr>
      <dsp:spPr>
        <a:xfrm>
          <a:off x="1075854" y="1307984"/>
          <a:ext cx="1836529" cy="7791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Trudność w określeniu progu rentowności udzielanych rabatów.</a:t>
          </a:r>
          <a:endParaRPr lang="en-US" sz="1200" kern="1200"/>
        </a:p>
      </dsp:txBody>
      <dsp:txXfrm>
        <a:off x="1075854" y="1307984"/>
        <a:ext cx="1836529" cy="779133"/>
      </dsp:txXfrm>
    </dsp:sp>
    <dsp:sp modelId="{5CABA769-B1A8-4D63-A400-DB538272AC8B}">
      <dsp:nvSpPr>
        <dsp:cNvPr id="0" name=""/>
        <dsp:cNvSpPr/>
      </dsp:nvSpPr>
      <dsp:spPr>
        <a:xfrm>
          <a:off x="3232384" y="1307984"/>
          <a:ext cx="779133" cy="77913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41DEDC-2AED-4E29-994E-86F1DD5316CF}">
      <dsp:nvSpPr>
        <dsp:cNvPr id="0" name=""/>
        <dsp:cNvSpPr/>
      </dsp:nvSpPr>
      <dsp:spPr>
        <a:xfrm>
          <a:off x="3396002" y="1471602"/>
          <a:ext cx="451897" cy="4518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1E25FE-817B-43B6-9DEC-F8CAD6EFE737}">
      <dsp:nvSpPr>
        <dsp:cNvPr id="0" name=""/>
        <dsp:cNvSpPr/>
      </dsp:nvSpPr>
      <dsp:spPr>
        <a:xfrm>
          <a:off x="4178475" y="1307984"/>
          <a:ext cx="1836529" cy="7791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Nierównomierna opłacalność działalności sklepów w zależności od ich typu i lokalizacji.</a:t>
          </a:r>
          <a:endParaRPr lang="en-US" sz="1200" kern="1200"/>
        </a:p>
      </dsp:txBody>
      <dsp:txXfrm>
        <a:off x="4178475" y="1307984"/>
        <a:ext cx="1836529" cy="779133"/>
      </dsp:txXfrm>
    </dsp:sp>
    <dsp:sp modelId="{96356DCC-E06E-4A91-B617-25D7A0E609CF}">
      <dsp:nvSpPr>
        <dsp:cNvPr id="0" name=""/>
        <dsp:cNvSpPr/>
      </dsp:nvSpPr>
      <dsp:spPr>
        <a:xfrm>
          <a:off x="129763" y="2942081"/>
          <a:ext cx="779133" cy="77913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B55E54-DD44-4F3C-9B72-9F5E0B064270}">
      <dsp:nvSpPr>
        <dsp:cNvPr id="0" name=""/>
        <dsp:cNvSpPr/>
      </dsp:nvSpPr>
      <dsp:spPr>
        <a:xfrm>
          <a:off x="293381" y="3105700"/>
          <a:ext cx="451897" cy="4518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96E34A-DC40-4ECD-89E9-33A4D7021472}">
      <dsp:nvSpPr>
        <dsp:cNvPr id="0" name=""/>
        <dsp:cNvSpPr/>
      </dsp:nvSpPr>
      <dsp:spPr>
        <a:xfrm>
          <a:off x="1075854" y="2942081"/>
          <a:ext cx="1836529" cy="7791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Brak wiedzy o tym, jakie produkty przyciągają nowych członków programu lojalnościowego.</a:t>
          </a:r>
          <a:endParaRPr lang="en-US" sz="1200" kern="1200"/>
        </a:p>
      </dsp:txBody>
      <dsp:txXfrm>
        <a:off x="1075854" y="2942081"/>
        <a:ext cx="1836529" cy="779133"/>
      </dsp:txXfrm>
    </dsp:sp>
    <dsp:sp modelId="{6B096533-2E8C-4968-9479-5580D2A4BD06}">
      <dsp:nvSpPr>
        <dsp:cNvPr id="0" name=""/>
        <dsp:cNvSpPr/>
      </dsp:nvSpPr>
      <dsp:spPr>
        <a:xfrm>
          <a:off x="3232384" y="2942081"/>
          <a:ext cx="779133" cy="77913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940BBF-8845-44E6-9527-76BC8FA076CD}">
      <dsp:nvSpPr>
        <dsp:cNvPr id="0" name=""/>
        <dsp:cNvSpPr/>
      </dsp:nvSpPr>
      <dsp:spPr>
        <a:xfrm>
          <a:off x="3396002" y="3105700"/>
          <a:ext cx="451897" cy="4518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063BCB-01D5-4D23-9AD2-ABC939E755E5}">
      <dsp:nvSpPr>
        <dsp:cNvPr id="0" name=""/>
        <dsp:cNvSpPr/>
      </dsp:nvSpPr>
      <dsp:spPr>
        <a:xfrm>
          <a:off x="4178475" y="2942081"/>
          <a:ext cx="1836529" cy="7791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Trudność ustalenia najbardziej dochodowej strategii sprzedaży.</a:t>
          </a:r>
          <a:endParaRPr lang="en-US" sz="1200" kern="1200"/>
        </a:p>
      </dsp:txBody>
      <dsp:txXfrm>
        <a:off x="4178475" y="2942081"/>
        <a:ext cx="1836529" cy="77913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B69B4B-287B-4812-85CD-D6368DD63AE6}">
      <dsp:nvSpPr>
        <dsp:cNvPr id="0" name=""/>
        <dsp:cNvSpPr/>
      </dsp:nvSpPr>
      <dsp:spPr>
        <a:xfrm>
          <a:off x="217" y="304816"/>
          <a:ext cx="2631253" cy="315750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9909" tIns="0" rIns="259909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kern="1200"/>
            <a:t>Jaki jest próg rentowności dla udzielanych rabatów w zależności od marki i kategorii produktu?</a:t>
          </a:r>
          <a:endParaRPr lang="en-US" sz="1600" kern="1200"/>
        </a:p>
      </dsp:txBody>
      <dsp:txXfrm>
        <a:off x="217" y="1567818"/>
        <a:ext cx="2631253" cy="1894502"/>
      </dsp:txXfrm>
    </dsp:sp>
    <dsp:sp modelId="{3F90CDE6-9DFF-4F63-B9EE-C8AAE2B4FAC7}">
      <dsp:nvSpPr>
        <dsp:cNvPr id="0" name=""/>
        <dsp:cNvSpPr/>
      </dsp:nvSpPr>
      <dsp:spPr>
        <a:xfrm>
          <a:off x="217" y="304816"/>
          <a:ext cx="2631253" cy="1263001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9909" tIns="165100" rIns="259909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217" y="304816"/>
        <a:ext cx="2631253" cy="1263001"/>
      </dsp:txXfrm>
    </dsp:sp>
    <dsp:sp modelId="{4EBFAF40-B410-4E26-94B7-B15442BDA2D1}">
      <dsp:nvSpPr>
        <dsp:cNvPr id="0" name=""/>
        <dsp:cNvSpPr/>
      </dsp:nvSpPr>
      <dsp:spPr>
        <a:xfrm>
          <a:off x="2841971" y="304816"/>
          <a:ext cx="2631253" cy="315750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9909" tIns="0" rIns="259909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kern="1200"/>
            <a:t>Jakie są różnice w przychodach i rentowności w zależności od typu sklepu oraz jego lokalizacji?</a:t>
          </a:r>
          <a:endParaRPr lang="en-US" sz="1600" kern="1200"/>
        </a:p>
      </dsp:txBody>
      <dsp:txXfrm>
        <a:off x="2841971" y="1567818"/>
        <a:ext cx="2631253" cy="1894502"/>
      </dsp:txXfrm>
    </dsp:sp>
    <dsp:sp modelId="{88E0A321-399B-40A5-9E8C-F9F8156823F7}">
      <dsp:nvSpPr>
        <dsp:cNvPr id="0" name=""/>
        <dsp:cNvSpPr/>
      </dsp:nvSpPr>
      <dsp:spPr>
        <a:xfrm>
          <a:off x="2841971" y="304816"/>
          <a:ext cx="2631253" cy="1263001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9909" tIns="165100" rIns="259909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2841971" y="304816"/>
        <a:ext cx="2631253" cy="1263001"/>
      </dsp:txXfrm>
    </dsp:sp>
    <dsp:sp modelId="{3D75A313-545B-42BE-BC2B-51CBEA1112FF}">
      <dsp:nvSpPr>
        <dsp:cNvPr id="0" name=""/>
        <dsp:cNvSpPr/>
      </dsp:nvSpPr>
      <dsp:spPr>
        <a:xfrm>
          <a:off x="5683725" y="304816"/>
          <a:ext cx="2631253" cy="315750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9909" tIns="0" rIns="259909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kern="1200"/>
            <a:t>Które kategorie produktów charakteryzują się najwyższą sprzedażą wśród nowych członków programu lojalnościowego?</a:t>
          </a:r>
          <a:endParaRPr lang="en-US" sz="1600" kern="1200"/>
        </a:p>
      </dsp:txBody>
      <dsp:txXfrm>
        <a:off x="5683725" y="1567818"/>
        <a:ext cx="2631253" cy="1894502"/>
      </dsp:txXfrm>
    </dsp:sp>
    <dsp:sp modelId="{0099B855-08A7-419C-8240-E9A2F90A0C30}">
      <dsp:nvSpPr>
        <dsp:cNvPr id="0" name=""/>
        <dsp:cNvSpPr/>
      </dsp:nvSpPr>
      <dsp:spPr>
        <a:xfrm>
          <a:off x="5683725" y="304816"/>
          <a:ext cx="2631253" cy="1263001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9909" tIns="165100" rIns="259909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5683725" y="304816"/>
        <a:ext cx="2631253" cy="1263001"/>
      </dsp:txXfrm>
    </dsp:sp>
    <dsp:sp modelId="{184308B6-0F75-4922-8E85-CFF910EA92DD}">
      <dsp:nvSpPr>
        <dsp:cNvPr id="0" name=""/>
        <dsp:cNvSpPr/>
      </dsp:nvSpPr>
      <dsp:spPr>
        <a:xfrm>
          <a:off x="8525478" y="304816"/>
          <a:ext cx="2631253" cy="315750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9909" tIns="0" rIns="259909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kern="1200"/>
            <a:t>W jaki sposób zawartość kakao i wiek klienta determinują wielkość sprzedaży w poszczególnych krajach?</a:t>
          </a:r>
          <a:endParaRPr lang="en-US" sz="1600" kern="1200"/>
        </a:p>
      </dsp:txBody>
      <dsp:txXfrm>
        <a:off x="8525478" y="1567818"/>
        <a:ext cx="2631253" cy="1894502"/>
      </dsp:txXfrm>
    </dsp:sp>
    <dsp:sp modelId="{011351AA-7C1F-4534-83C4-315DE887128C}">
      <dsp:nvSpPr>
        <dsp:cNvPr id="0" name=""/>
        <dsp:cNvSpPr/>
      </dsp:nvSpPr>
      <dsp:spPr>
        <a:xfrm>
          <a:off x="8525478" y="304816"/>
          <a:ext cx="2631253" cy="1263001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9909" tIns="165100" rIns="259909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04</a:t>
          </a:r>
        </a:p>
      </dsp:txBody>
      <dsp:txXfrm>
        <a:off x="8525478" y="304816"/>
        <a:ext cx="2631253" cy="126300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9855E0-898E-4F40-83C7-9A6364330793}">
      <dsp:nvSpPr>
        <dsp:cNvPr id="0" name=""/>
        <dsp:cNvSpPr/>
      </dsp:nvSpPr>
      <dsp:spPr>
        <a:xfrm>
          <a:off x="0" y="51713"/>
          <a:ext cx="5574792" cy="864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121920" rIns="213360" bIns="12192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000" kern="1200"/>
            <a:t>Sale</a:t>
          </a:r>
        </a:p>
      </dsp:txBody>
      <dsp:txXfrm>
        <a:off x="0" y="51713"/>
        <a:ext cx="5574792" cy="864000"/>
      </dsp:txXfrm>
    </dsp:sp>
    <dsp:sp modelId="{B5B97605-40DF-4A25-B53E-B49492CCF0C7}">
      <dsp:nvSpPr>
        <dsp:cNvPr id="0" name=""/>
        <dsp:cNvSpPr/>
      </dsp:nvSpPr>
      <dsp:spPr>
        <a:xfrm>
          <a:off x="0" y="915713"/>
          <a:ext cx="5574792" cy="27999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213360" bIns="240030" numCol="1" spcCol="1270" anchor="t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3000" kern="1200"/>
            <a:t>Quantity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3000" kern="1200" dirty="0" err="1"/>
            <a:t>Unit_price</a:t>
          </a:r>
          <a:endParaRPr lang="pl-PL" sz="3000" kern="1200" dirty="0"/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3000" kern="1200" dirty="0"/>
            <a:t>Discount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3000" kern="1200" dirty="0" err="1"/>
            <a:t>Ravenue</a:t>
          </a:r>
          <a:endParaRPr lang="pl-PL" sz="3000" kern="1200" dirty="0"/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3000" kern="1200" dirty="0" err="1"/>
            <a:t>Cost</a:t>
          </a:r>
          <a:endParaRPr lang="pl-PL" sz="3000" kern="1200" dirty="0"/>
        </a:p>
      </dsp:txBody>
      <dsp:txXfrm>
        <a:off x="0" y="915713"/>
        <a:ext cx="5574792" cy="27999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3D6D6E-D987-4EFC-B77C-01ECA5C1883B}">
      <dsp:nvSpPr>
        <dsp:cNvPr id="0" name=""/>
        <dsp:cNvSpPr/>
      </dsp:nvSpPr>
      <dsp:spPr>
        <a:xfrm>
          <a:off x="4194" y="379823"/>
          <a:ext cx="2522011" cy="633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200" kern="1200"/>
            <a:t>Product</a:t>
          </a:r>
        </a:p>
      </dsp:txBody>
      <dsp:txXfrm>
        <a:off x="4194" y="379823"/>
        <a:ext cx="2522011" cy="633600"/>
      </dsp:txXfrm>
    </dsp:sp>
    <dsp:sp modelId="{554492C7-543A-4771-B64A-62542144AD3D}">
      <dsp:nvSpPr>
        <dsp:cNvPr id="0" name=""/>
        <dsp:cNvSpPr/>
      </dsp:nvSpPr>
      <dsp:spPr>
        <a:xfrm>
          <a:off x="4194" y="1013423"/>
          <a:ext cx="2522011" cy="237408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2200" kern="1200"/>
            <a:t>P</a:t>
          </a:r>
          <a:r>
            <a:rPr lang="en-US" sz="2200" kern="1200"/>
            <a:t>roduct_name </a:t>
          </a:r>
          <a:endParaRPr lang="pl-PL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Brand</a:t>
          </a:r>
          <a:endParaRPr lang="pl-PL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2200" kern="1200"/>
            <a:t>C</a:t>
          </a:r>
          <a:r>
            <a:rPr lang="en-US" sz="2200" kern="1200"/>
            <a:t>ategory</a:t>
          </a:r>
          <a:endParaRPr lang="pl-PL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2200" kern="1200"/>
            <a:t>C</a:t>
          </a:r>
          <a:r>
            <a:rPr lang="en-US" sz="2200" kern="1200"/>
            <a:t>ocoa_percent</a:t>
          </a:r>
          <a:endParaRPr lang="pl-PL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2200" kern="1200"/>
            <a:t>W</a:t>
          </a:r>
          <a:r>
            <a:rPr lang="en-US" sz="2200" kern="1200"/>
            <a:t>eight_g</a:t>
          </a:r>
          <a:endParaRPr lang="pl-PL" sz="2200" kern="1200"/>
        </a:p>
      </dsp:txBody>
      <dsp:txXfrm>
        <a:off x="4194" y="1013423"/>
        <a:ext cx="2522011" cy="2374081"/>
      </dsp:txXfrm>
    </dsp:sp>
    <dsp:sp modelId="{CE91BE58-4829-4050-B722-A8D352D6EEE2}">
      <dsp:nvSpPr>
        <dsp:cNvPr id="0" name=""/>
        <dsp:cNvSpPr/>
      </dsp:nvSpPr>
      <dsp:spPr>
        <a:xfrm>
          <a:off x="2879287" y="379823"/>
          <a:ext cx="2522011" cy="633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200" kern="1200"/>
            <a:t>Date</a:t>
          </a:r>
        </a:p>
      </dsp:txBody>
      <dsp:txXfrm>
        <a:off x="2879287" y="379823"/>
        <a:ext cx="2522011" cy="633600"/>
      </dsp:txXfrm>
    </dsp:sp>
    <dsp:sp modelId="{B3606407-93A8-4BC9-8CB6-CA37D797C14A}">
      <dsp:nvSpPr>
        <dsp:cNvPr id="0" name=""/>
        <dsp:cNvSpPr/>
      </dsp:nvSpPr>
      <dsp:spPr>
        <a:xfrm>
          <a:off x="2879287" y="1013423"/>
          <a:ext cx="2522011" cy="237408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Date</a:t>
          </a:r>
          <a:endParaRPr lang="pl-PL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Year</a:t>
          </a:r>
          <a:endParaRPr lang="pl-PL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Month</a:t>
          </a:r>
          <a:endParaRPr lang="pl-PL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Day</a:t>
          </a:r>
          <a:endParaRPr lang="pl-PL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2200" kern="1200"/>
            <a:t>W</a:t>
          </a:r>
          <a:r>
            <a:rPr lang="en-US" sz="2200" kern="1200"/>
            <a:t>eek</a:t>
          </a:r>
          <a:endParaRPr lang="pl-PL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2200" kern="1200"/>
            <a:t>D</a:t>
          </a:r>
          <a:r>
            <a:rPr lang="en-US" sz="2200" kern="1200"/>
            <a:t>ay_of_week</a:t>
          </a:r>
          <a:endParaRPr lang="pl-PL" sz="2200" kern="1200"/>
        </a:p>
      </dsp:txBody>
      <dsp:txXfrm>
        <a:off x="2879287" y="1013423"/>
        <a:ext cx="2522011" cy="2374081"/>
      </dsp:txXfrm>
    </dsp:sp>
    <dsp:sp modelId="{2C6D201A-FF5D-427B-B228-9376EB1002B5}">
      <dsp:nvSpPr>
        <dsp:cNvPr id="0" name=""/>
        <dsp:cNvSpPr/>
      </dsp:nvSpPr>
      <dsp:spPr>
        <a:xfrm>
          <a:off x="5754380" y="379823"/>
          <a:ext cx="2522011" cy="633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200" kern="1200"/>
            <a:t>Customer</a:t>
          </a:r>
        </a:p>
      </dsp:txBody>
      <dsp:txXfrm>
        <a:off x="5754380" y="379823"/>
        <a:ext cx="2522011" cy="633600"/>
      </dsp:txXfrm>
    </dsp:sp>
    <dsp:sp modelId="{F11A65CE-66FC-4BA7-8736-C1FF0DD75D0E}">
      <dsp:nvSpPr>
        <dsp:cNvPr id="0" name=""/>
        <dsp:cNvSpPr/>
      </dsp:nvSpPr>
      <dsp:spPr>
        <a:xfrm>
          <a:off x="5754380" y="1013423"/>
          <a:ext cx="2522011" cy="237408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Age</a:t>
          </a:r>
          <a:endParaRPr lang="pl-PL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Gender</a:t>
          </a:r>
          <a:endParaRPr lang="pl-PL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2200" kern="1200"/>
            <a:t>L</a:t>
          </a:r>
          <a:r>
            <a:rPr lang="en-US" sz="2200" kern="1200"/>
            <a:t>oyalty_member</a:t>
          </a:r>
          <a:endParaRPr lang="pl-PL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2200" kern="1200"/>
            <a:t>J</a:t>
          </a:r>
          <a:r>
            <a:rPr lang="en-US" sz="2200" kern="1200"/>
            <a:t>oin_date</a:t>
          </a:r>
          <a:endParaRPr lang="pl-PL" sz="2200" kern="1200"/>
        </a:p>
      </dsp:txBody>
      <dsp:txXfrm>
        <a:off x="5754380" y="1013423"/>
        <a:ext cx="2522011" cy="2374081"/>
      </dsp:txXfrm>
    </dsp:sp>
    <dsp:sp modelId="{F92A8ADF-D327-4272-ADCE-663F8FEC353B}">
      <dsp:nvSpPr>
        <dsp:cNvPr id="0" name=""/>
        <dsp:cNvSpPr/>
      </dsp:nvSpPr>
      <dsp:spPr>
        <a:xfrm>
          <a:off x="8629474" y="379823"/>
          <a:ext cx="2522011" cy="633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200" kern="1200"/>
            <a:t>Store</a:t>
          </a:r>
        </a:p>
      </dsp:txBody>
      <dsp:txXfrm>
        <a:off x="8629474" y="379823"/>
        <a:ext cx="2522011" cy="633600"/>
      </dsp:txXfrm>
    </dsp:sp>
    <dsp:sp modelId="{0CAFB1F6-45C9-427D-91E5-2DAB103625F3}">
      <dsp:nvSpPr>
        <dsp:cNvPr id="0" name=""/>
        <dsp:cNvSpPr/>
      </dsp:nvSpPr>
      <dsp:spPr>
        <a:xfrm>
          <a:off x="8629474" y="1013423"/>
          <a:ext cx="2522011" cy="237408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2200" kern="1200"/>
            <a:t>S</a:t>
          </a:r>
          <a:r>
            <a:rPr lang="en-US" sz="2200" kern="1200"/>
            <a:t>tore_name</a:t>
          </a:r>
          <a:endParaRPr lang="pl-PL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2200" kern="1200"/>
            <a:t>C</a:t>
          </a:r>
          <a:r>
            <a:rPr lang="en-US" sz="2200" kern="1200"/>
            <a:t>ity</a:t>
          </a:r>
          <a:endParaRPr lang="pl-PL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2200" kern="1200"/>
            <a:t>C</a:t>
          </a:r>
          <a:r>
            <a:rPr lang="en-US" sz="2200" kern="1200"/>
            <a:t>ountry</a:t>
          </a:r>
          <a:endParaRPr lang="pl-PL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2200" kern="1200"/>
            <a:t>S</a:t>
          </a:r>
          <a:r>
            <a:rPr lang="en-US" sz="2200" kern="1200"/>
            <a:t>tore_type</a:t>
          </a:r>
          <a:endParaRPr lang="pl-PL" sz="2200" kern="1200"/>
        </a:p>
      </dsp:txBody>
      <dsp:txXfrm>
        <a:off x="8629474" y="1013423"/>
        <a:ext cx="2522011" cy="23740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829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300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028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631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734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178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704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387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602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99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508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406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ssssws/chocolate-sales-dataset-2023-2024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968661-A8FA-3681-C5BE-428A3AA28D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607" r="-1" b="10374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ECF0998E-D577-43EA-A7B8-E3EC67F75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7DC364D-882B-4786-89FB-1703C1A5CF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524" y="3205874"/>
            <a:ext cx="12188952" cy="3652125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D0A3FA8D-668E-02B7-A591-9CE93A1331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5021182" cy="262067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pl-PL" sz="4200">
                <a:solidFill>
                  <a:srgbClr val="FFFFFF"/>
                </a:solidFill>
              </a:rPr>
              <a:t>Analiza sprzedaży czekolady w latach 2023-2024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7AA3B525-D6C5-D935-D6C3-4702068791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52366" y="4108182"/>
            <a:ext cx="5040785" cy="1828799"/>
          </a:xfrm>
        </p:spPr>
        <p:txBody>
          <a:bodyPr anchor="b">
            <a:normAutofit/>
          </a:bodyPr>
          <a:lstStyle/>
          <a:p>
            <a:endParaRPr lang="pl-PL" dirty="0">
              <a:solidFill>
                <a:srgbClr val="FFFFFF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300289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4871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42C91D93-014B-66D5-D263-730212C94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568B8C9-6702-8441-0D92-220DE92C8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873252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A212D3AF-BC2C-26FE-3B26-C9E6E1687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8732520" cy="1463040"/>
          </a:xfrm>
        </p:spPr>
        <p:txBody>
          <a:bodyPr>
            <a:normAutofit/>
          </a:bodyPr>
          <a:lstStyle/>
          <a:p>
            <a:r>
              <a:rPr lang="pl-PL"/>
              <a:t>Charakterystyka dziedziny problemowej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E1DDCFF-22F0-44E6-EA40-D4E6CD8D2B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8732520" cy="3767328"/>
          </a:xfrm>
        </p:spPr>
        <p:txBody>
          <a:bodyPr>
            <a:normAutofit/>
          </a:bodyPr>
          <a:lstStyle/>
          <a:p>
            <a:r>
              <a:rPr lang="pl-PL" dirty="0"/>
              <a:t>Dziedzina obejmuje handel detaliczny różnymi wyrobami z czekolady w sklepach. Sprzedaż charakteryzuje się sezonowością (walentynki, Wielkanoc), a także silną lojalnością klienta. Dane obejmują profil klienta, szczegóły sprzedaży oraz informacje o produkcie.</a:t>
            </a:r>
          </a:p>
        </p:txBody>
      </p:sp>
    </p:spTree>
    <p:extLst>
      <p:ext uri="{BB962C8B-B14F-4D97-AF65-F5344CB8AC3E}">
        <p14:creationId xmlns:p14="http://schemas.microsoft.com/office/powerpoint/2010/main" val="1278296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E17AA97-89A7-45C1-B813-BFF6C23D7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B61ED2A2-72D6-217B-7639-0D9E256B9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288536" cy="3364992"/>
          </a:xfrm>
        </p:spPr>
        <p:txBody>
          <a:bodyPr>
            <a:normAutofit/>
          </a:bodyPr>
          <a:lstStyle/>
          <a:p>
            <a:r>
              <a:rPr lang="pl-PL" dirty="0"/>
              <a:t>Identyfikacja problemów biznesowych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91E908F-EF1E-2FDB-BE4D-3F4C56B2F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A2980E-8F82-6B7D-A838-277407403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11155680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6A74A5B7-A29D-B701-399C-78711EA1FB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2161329"/>
              </p:ext>
            </p:extLst>
          </p:nvPr>
        </p:nvGraphicFramePr>
        <p:xfrm>
          <a:off x="5532120" y="978408"/>
          <a:ext cx="6144768" cy="502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78145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65E0BC75-954D-2D24-6B10-8F0FB1014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pl-PL" dirty="0"/>
              <a:t>Propozycja pytań badawczych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ECF9F74E-A8D8-B4BD-1805-4A3585B9FD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382043"/>
              </p:ext>
            </p:extLst>
          </p:nvPr>
        </p:nvGraphicFramePr>
        <p:xfrm>
          <a:off x="520700" y="2578100"/>
          <a:ext cx="1115695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32719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E17AA97-89A7-45C1-B813-BFF6C23D7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AC4FE1-D370-43A6-96C5-076716BB1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A3D569D-D3A6-49CA-A483-291E95DAC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12648"/>
            <a:ext cx="502118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8E3BB525-DE36-3BEF-3B6C-4D7ACADFF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5376672"/>
          </a:xfrm>
        </p:spPr>
        <p:txBody>
          <a:bodyPr>
            <a:normAutofit/>
          </a:bodyPr>
          <a:lstStyle/>
          <a:p>
            <a:r>
              <a:rPr lang="pl-PL" dirty="0"/>
              <a:t>Analiza i ocena danych źródłowych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6A025F0-0758-4B7F-7D47-C0BEE7DCB9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5976" y="1042416"/>
            <a:ext cx="5010912" cy="5312664"/>
          </a:xfrm>
        </p:spPr>
        <p:txBody>
          <a:bodyPr>
            <a:normAutofit/>
          </a:bodyPr>
          <a:lstStyle/>
          <a:p>
            <a:r>
              <a:rPr lang="pl-PL" dirty="0"/>
              <a:t>Dane źródłowe są dostępne na stronie </a:t>
            </a:r>
            <a:r>
              <a:rPr lang="pl-PL" dirty="0" err="1"/>
              <a:t>Kaggle</a:t>
            </a:r>
            <a:r>
              <a:rPr lang="pl-PL" dirty="0"/>
              <a:t> pod adresem: </a:t>
            </a:r>
            <a:r>
              <a:rPr lang="pl-PL" dirty="0">
                <a:hlinkClick r:id="rId2"/>
              </a:rPr>
              <a:t>https://www.kaggle.com/datasets/ssssws/chocolate-sales-dataset-2023-2024</a:t>
            </a:r>
            <a:endParaRPr lang="pl-PL" dirty="0"/>
          </a:p>
          <a:p>
            <a:r>
              <a:rPr lang="pl-PL" dirty="0"/>
              <a:t>Dane są dobrej jakości, nie ma w nich wartości </a:t>
            </a:r>
            <a:r>
              <a:rPr lang="pl-PL" dirty="0" err="1"/>
              <a:t>null</a:t>
            </a:r>
            <a:r>
              <a:rPr lang="pl-PL" dirty="0"/>
              <a:t>, unikalność kluczy głównych jest zachowana</a:t>
            </a:r>
          </a:p>
          <a:p>
            <a:r>
              <a:rPr lang="pl-PL" dirty="0"/>
              <a:t>Problematyczne jest użycie kropki jako separatora dziesiętnego przez co niektórych danych nie da się zaimportować do bazy jako liczby zmiennoprzecinkowe.</a:t>
            </a:r>
          </a:p>
        </p:txBody>
      </p:sp>
    </p:spTree>
    <p:extLst>
      <p:ext uri="{BB962C8B-B14F-4D97-AF65-F5344CB8AC3E}">
        <p14:creationId xmlns:p14="http://schemas.microsoft.com/office/powerpoint/2010/main" val="134862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14CB8BC-F3DF-F470-5584-770C38A02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Fakty</a:t>
            </a:r>
          </a:p>
        </p:txBody>
      </p:sp>
      <p:graphicFrame>
        <p:nvGraphicFramePr>
          <p:cNvPr id="4" name="Symbol zastępczy zawartości 3">
            <a:extLst>
              <a:ext uri="{FF2B5EF4-FFF2-40B4-BE49-F238E27FC236}">
                <a16:creationId xmlns:a16="http://schemas.microsoft.com/office/drawing/2014/main" id="{1AA60188-9336-0946-3421-880564EC1F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0387226"/>
              </p:ext>
            </p:extLst>
          </p:nvPr>
        </p:nvGraphicFramePr>
        <p:xfrm>
          <a:off x="3308604" y="2532889"/>
          <a:ext cx="5574792" cy="376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79474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E1BBDFD-758A-3705-0C9A-77203E7C5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Wymiary</a:t>
            </a:r>
          </a:p>
        </p:txBody>
      </p:sp>
      <p:graphicFrame>
        <p:nvGraphicFramePr>
          <p:cNvPr id="7" name="Symbol zastępczy zawartości 6">
            <a:extLst>
              <a:ext uri="{FF2B5EF4-FFF2-40B4-BE49-F238E27FC236}">
                <a16:creationId xmlns:a16="http://schemas.microsoft.com/office/drawing/2014/main" id="{B72883B4-6ADA-8173-4108-71020EE408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0910374"/>
              </p:ext>
            </p:extLst>
          </p:nvPr>
        </p:nvGraphicFramePr>
        <p:xfrm>
          <a:off x="521208" y="2578608"/>
          <a:ext cx="11155680" cy="376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11436951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285</Words>
  <Application>Microsoft Office PowerPoint</Application>
  <PresentationFormat>Panoramiczny</PresentationFormat>
  <Paragraphs>52</Paragraphs>
  <Slides>7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2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7</vt:i4>
      </vt:variant>
    </vt:vector>
  </HeadingPairs>
  <TitlesOfParts>
    <vt:vector size="10" baseType="lpstr">
      <vt:lpstr>Arial</vt:lpstr>
      <vt:lpstr>Bierstadt</vt:lpstr>
      <vt:lpstr>GestaltVTI</vt:lpstr>
      <vt:lpstr>Analiza sprzedaży czekolady w latach 2023-2024</vt:lpstr>
      <vt:lpstr>Charakterystyka dziedziny problemowej</vt:lpstr>
      <vt:lpstr>Identyfikacja problemów biznesowych</vt:lpstr>
      <vt:lpstr>Propozycja pytań badawczych</vt:lpstr>
      <vt:lpstr>Analiza i ocena danych źródłowych</vt:lpstr>
      <vt:lpstr>Fakty</vt:lpstr>
      <vt:lpstr>Wymiary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Mateusz Tereba (280556)</dc:creator>
  <cp:lastModifiedBy>Mateusz Tereba (280556)</cp:lastModifiedBy>
  <cp:revision>3</cp:revision>
  <dcterms:created xsi:type="dcterms:W3CDTF">2026-04-16T13:48:00Z</dcterms:created>
  <dcterms:modified xsi:type="dcterms:W3CDTF">2026-04-16T14:51:25Z</dcterms:modified>
</cp:coreProperties>
</file>